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12"/>
  </p:notesMasterIdLst>
  <p:sldIdLst>
    <p:sldId id="256" r:id="rId2"/>
    <p:sldId id="260" r:id="rId3"/>
    <p:sldId id="266" r:id="rId4"/>
    <p:sldId id="267" r:id="rId5"/>
    <p:sldId id="270" r:id="rId6"/>
    <p:sldId id="297" r:id="rId7"/>
    <p:sldId id="296" r:id="rId8"/>
    <p:sldId id="263" r:id="rId9"/>
    <p:sldId id="261" r:id="rId10"/>
    <p:sldId id="259" r:id="rId11"/>
  </p:sldIdLst>
  <p:sldSz cx="9144000" cy="5143500" type="screen16x9"/>
  <p:notesSz cx="6858000" cy="9144000"/>
  <p:embeddedFontLst>
    <p:embeddedFont>
      <p:font typeface="Arimo" panose="020B0604020202020204" charset="0"/>
      <p:regular r:id="rId13"/>
      <p:bold r:id="rId14"/>
      <p:italic r:id="rId15"/>
      <p:boldItalic r:id="rId16"/>
    </p:embeddedFont>
    <p:embeddedFont>
      <p:font typeface="DM Serif Text" pitchFamily="2" charset="0"/>
      <p:regular r:id="rId17"/>
      <p:italic r:id="rId18"/>
    </p:embeddedFont>
    <p:embeddedFont>
      <p:font typeface="Raleway" pitchFamily="2" charset="-93"/>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9C5863D-C76E-40C9-9CC4-3A423D640F07}">
  <a:tblStyle styleId="{29C5863D-C76E-40C9-9CC4-3A423D640F0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BC08322-D304-484B-89FF-C6837D2D1F1E}"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0" d="100"/>
          <a:sy n="100" d="100"/>
        </p:scale>
        <p:origin x="72"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111e7c571f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111e7c571f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11e375b9f55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11e375b9f55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21258269c9b_0_3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 name="Google Shape;451;g21258269c9b_0_3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11360713c04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11360713c04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a:extLst>
            <a:ext uri="{FF2B5EF4-FFF2-40B4-BE49-F238E27FC236}">
              <a16:creationId xmlns:a16="http://schemas.microsoft.com/office/drawing/2014/main" id="{567CE56F-6F76-C123-04ED-793E28565FA5}"/>
            </a:ext>
          </a:extLst>
        </p:cNvPr>
        <p:cNvGrpSpPr/>
        <p:nvPr/>
      </p:nvGrpSpPr>
      <p:grpSpPr>
        <a:xfrm>
          <a:off x="0" y="0"/>
          <a:ext cx="0" cy="0"/>
          <a:chOff x="0" y="0"/>
          <a:chExt cx="0" cy="0"/>
        </a:xfrm>
      </p:grpSpPr>
      <p:sp>
        <p:nvSpPr>
          <p:cNvPr id="450" name="Google Shape;450;g21258269c9b_0_352:notes">
            <a:extLst>
              <a:ext uri="{FF2B5EF4-FFF2-40B4-BE49-F238E27FC236}">
                <a16:creationId xmlns:a16="http://schemas.microsoft.com/office/drawing/2014/main" id="{5FFEAC2F-9586-0315-1914-CEC2E306C6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 name="Google Shape;451;g21258269c9b_0_352:notes">
            <a:extLst>
              <a:ext uri="{FF2B5EF4-FFF2-40B4-BE49-F238E27FC236}">
                <a16:creationId xmlns:a16="http://schemas.microsoft.com/office/drawing/2014/main" id="{FABAEACA-D760-9966-3856-FF98D0B1E1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3289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a:extLst>
            <a:ext uri="{FF2B5EF4-FFF2-40B4-BE49-F238E27FC236}">
              <a16:creationId xmlns:a16="http://schemas.microsoft.com/office/drawing/2014/main" id="{3B80430B-E87F-EDB2-2DB5-19780C66EB5E}"/>
            </a:ext>
          </a:extLst>
        </p:cNvPr>
        <p:cNvGrpSpPr/>
        <p:nvPr/>
      </p:nvGrpSpPr>
      <p:grpSpPr>
        <a:xfrm>
          <a:off x="0" y="0"/>
          <a:ext cx="0" cy="0"/>
          <a:chOff x="0" y="0"/>
          <a:chExt cx="0" cy="0"/>
        </a:xfrm>
      </p:grpSpPr>
      <p:sp>
        <p:nvSpPr>
          <p:cNvPr id="376" name="Google Shape;376;g111e7c571f2_0_0:notes">
            <a:extLst>
              <a:ext uri="{FF2B5EF4-FFF2-40B4-BE49-F238E27FC236}">
                <a16:creationId xmlns:a16="http://schemas.microsoft.com/office/drawing/2014/main" id="{4B963C9A-3EE8-2CB3-3B6E-4C8D438476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111e7c571f2_0_0:notes">
            <a:extLst>
              <a:ext uri="{FF2B5EF4-FFF2-40B4-BE49-F238E27FC236}">
                <a16:creationId xmlns:a16="http://schemas.microsoft.com/office/drawing/2014/main" id="{7FC20571-CDD7-074E-F060-936B8E3B8A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6309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2140bdeee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2140bdeee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21258269c9b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21258269c9b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21258269c9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21258269c9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10" name="Google Shape;10;p2"/>
          <p:cNvSpPr txBox="1">
            <a:spLocks noGrp="1"/>
          </p:cNvSpPr>
          <p:nvPr>
            <p:ph type="ctrTitle"/>
          </p:nvPr>
        </p:nvSpPr>
        <p:spPr>
          <a:xfrm>
            <a:off x="715100" y="1012438"/>
            <a:ext cx="6251100" cy="15708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4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4572000" y="3721563"/>
            <a:ext cx="3856800" cy="4095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2" name="Google Shape;12;p2"/>
          <p:cNvSpPr/>
          <p:nvPr/>
        </p:nvSpPr>
        <p:spPr>
          <a:xfrm>
            <a:off x="0" y="4608500"/>
            <a:ext cx="9144000" cy="535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 name="Google Shape;13;p2"/>
          <p:cNvGrpSpPr/>
          <p:nvPr/>
        </p:nvGrpSpPr>
        <p:grpSpPr>
          <a:xfrm>
            <a:off x="8800388" y="-8450"/>
            <a:ext cx="13" cy="5152025"/>
            <a:chOff x="8800388" y="-8450"/>
            <a:chExt cx="13" cy="5152025"/>
          </a:xfrm>
        </p:grpSpPr>
        <p:cxnSp>
          <p:nvCxnSpPr>
            <p:cNvPr id="14" name="Google Shape;14;p2"/>
            <p:cNvCxnSpPr/>
            <p:nvPr/>
          </p:nvCxnSpPr>
          <p:spPr>
            <a:xfrm rot="10800000">
              <a:off x="8800400" y="-8450"/>
              <a:ext cx="0" cy="4616700"/>
            </a:xfrm>
            <a:prstGeom prst="straightConnector1">
              <a:avLst/>
            </a:prstGeom>
            <a:noFill/>
            <a:ln w="9525" cap="flat" cmpd="sng">
              <a:solidFill>
                <a:schemeClr val="dk1"/>
              </a:solidFill>
              <a:prstDash val="solid"/>
              <a:round/>
              <a:headEnd type="none" w="med" len="med"/>
              <a:tailEnd type="none" w="med" len="med"/>
            </a:ln>
          </p:spPr>
        </p:cxnSp>
        <p:cxnSp>
          <p:nvCxnSpPr>
            <p:cNvPr id="15" name="Google Shape;15;p2"/>
            <p:cNvCxnSpPr/>
            <p:nvPr/>
          </p:nvCxnSpPr>
          <p:spPr>
            <a:xfrm rot="10800000">
              <a:off x="8800388" y="4608975"/>
              <a:ext cx="0" cy="534600"/>
            </a:xfrm>
            <a:prstGeom prst="straightConnector1">
              <a:avLst/>
            </a:prstGeom>
            <a:noFill/>
            <a:ln w="9525" cap="flat" cmpd="sng">
              <a:solidFill>
                <a:schemeClr val="lt1"/>
              </a:solidFill>
              <a:prstDash val="solid"/>
              <a:round/>
              <a:headEnd type="none" w="med" len="med"/>
              <a:tailEnd type="none" w="med" len="med"/>
            </a:ln>
          </p:spPr>
        </p:cxnSp>
      </p:grpSp>
      <p:grpSp>
        <p:nvGrpSpPr>
          <p:cNvPr id="16" name="Google Shape;16;p2"/>
          <p:cNvGrpSpPr/>
          <p:nvPr/>
        </p:nvGrpSpPr>
        <p:grpSpPr>
          <a:xfrm>
            <a:off x="320975" y="4733475"/>
            <a:ext cx="394125" cy="271800"/>
            <a:chOff x="215225" y="4734875"/>
            <a:chExt cx="394125" cy="271800"/>
          </a:xfrm>
        </p:grpSpPr>
        <p:sp>
          <p:nvSpPr>
            <p:cNvPr id="17" name="Google Shape;17;p2"/>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pic>
        <p:nvPicPr>
          <p:cNvPr id="20" name="Google Shape;20;p3"/>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21" name="Google Shape;21;p3"/>
          <p:cNvSpPr/>
          <p:nvPr/>
        </p:nvSpPr>
        <p:spPr>
          <a:xfrm>
            <a:off x="0" y="1478750"/>
            <a:ext cx="9144000" cy="3665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oogle Shape;22;p3"/>
          <p:cNvGrpSpPr/>
          <p:nvPr/>
        </p:nvGrpSpPr>
        <p:grpSpPr>
          <a:xfrm>
            <a:off x="320975" y="4739233"/>
            <a:ext cx="394125" cy="271800"/>
            <a:chOff x="215225" y="4734875"/>
            <a:chExt cx="394125" cy="271800"/>
          </a:xfrm>
        </p:grpSpPr>
        <p:sp>
          <p:nvSpPr>
            <p:cNvPr id="23" name="Google Shape;23;p3"/>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oogle Shape;25;p3"/>
          <p:cNvGrpSpPr/>
          <p:nvPr/>
        </p:nvGrpSpPr>
        <p:grpSpPr>
          <a:xfrm>
            <a:off x="8800950" y="-75"/>
            <a:ext cx="0" cy="5152275"/>
            <a:chOff x="8804325" y="-75"/>
            <a:chExt cx="0" cy="5152275"/>
          </a:xfrm>
        </p:grpSpPr>
        <p:cxnSp>
          <p:nvCxnSpPr>
            <p:cNvPr id="26" name="Google Shape;26;p3"/>
            <p:cNvCxnSpPr/>
            <p:nvPr/>
          </p:nvCxnSpPr>
          <p:spPr>
            <a:xfrm rot="10800000">
              <a:off x="8804325" y="1477500"/>
              <a:ext cx="0" cy="3674700"/>
            </a:xfrm>
            <a:prstGeom prst="straightConnector1">
              <a:avLst/>
            </a:prstGeom>
            <a:noFill/>
            <a:ln w="9525" cap="flat" cmpd="sng">
              <a:solidFill>
                <a:schemeClr val="lt1"/>
              </a:solidFill>
              <a:prstDash val="solid"/>
              <a:round/>
              <a:headEnd type="none" w="med" len="med"/>
              <a:tailEnd type="none" w="med" len="med"/>
            </a:ln>
          </p:spPr>
        </p:cxnSp>
        <p:cxnSp>
          <p:nvCxnSpPr>
            <p:cNvPr id="27" name="Google Shape;27;p3"/>
            <p:cNvCxnSpPr/>
            <p:nvPr/>
          </p:nvCxnSpPr>
          <p:spPr>
            <a:xfrm rot="10800000">
              <a:off x="8804325" y="-75"/>
              <a:ext cx="0" cy="1479000"/>
            </a:xfrm>
            <a:prstGeom prst="straightConnector1">
              <a:avLst/>
            </a:prstGeom>
            <a:noFill/>
            <a:ln w="9525" cap="flat" cmpd="sng">
              <a:solidFill>
                <a:schemeClr val="dk1"/>
              </a:solidFill>
              <a:prstDash val="solid"/>
              <a:round/>
              <a:headEnd type="none" w="med" len="med"/>
              <a:tailEnd type="none" w="med" len="med"/>
            </a:ln>
          </p:spPr>
        </p:cxnSp>
      </p:grpSp>
      <p:sp>
        <p:nvSpPr>
          <p:cNvPr id="28" name="Google Shape;28;p3"/>
          <p:cNvSpPr txBox="1">
            <a:spLocks noGrp="1"/>
          </p:cNvSpPr>
          <p:nvPr>
            <p:ph type="title"/>
          </p:nvPr>
        </p:nvSpPr>
        <p:spPr>
          <a:xfrm>
            <a:off x="4485400" y="1809175"/>
            <a:ext cx="3943500" cy="9816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600"/>
              <a:buNone/>
              <a:defRPr sz="5000">
                <a:solidFill>
                  <a:schemeClr val="lt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9" name="Google Shape;29;p3"/>
          <p:cNvSpPr txBox="1">
            <a:spLocks noGrp="1"/>
          </p:cNvSpPr>
          <p:nvPr>
            <p:ph type="title" idx="2" hasCustomPrompt="1"/>
          </p:nvPr>
        </p:nvSpPr>
        <p:spPr>
          <a:xfrm>
            <a:off x="715100" y="535000"/>
            <a:ext cx="1117500" cy="9438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2"/>
        <p:cNvGrpSpPr/>
        <p:nvPr/>
      </p:nvGrpSpPr>
      <p:grpSpPr>
        <a:xfrm>
          <a:off x="0" y="0"/>
          <a:ext cx="0" cy="0"/>
          <a:chOff x="0" y="0"/>
          <a:chExt cx="0" cy="0"/>
        </a:xfrm>
      </p:grpSpPr>
      <p:pic>
        <p:nvPicPr>
          <p:cNvPr id="43" name="Google Shape;43;p5"/>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44" name="Google Shape;44;p5"/>
          <p:cNvSpPr/>
          <p:nvPr/>
        </p:nvSpPr>
        <p:spPr>
          <a:xfrm flipH="1">
            <a:off x="1926" y="75"/>
            <a:ext cx="7152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 name="Google Shape;45;p5"/>
          <p:cNvGrpSpPr/>
          <p:nvPr/>
        </p:nvGrpSpPr>
        <p:grpSpPr>
          <a:xfrm rot="-5400000" flipH="1">
            <a:off x="162316" y="2435865"/>
            <a:ext cx="394125" cy="271746"/>
            <a:chOff x="215225" y="4734875"/>
            <a:chExt cx="394125" cy="271800"/>
          </a:xfrm>
        </p:grpSpPr>
        <p:sp>
          <p:nvSpPr>
            <p:cNvPr id="46" name="Google Shape;46;p5"/>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5"/>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 name="Google Shape;48;p5"/>
          <p:cNvGrpSpPr/>
          <p:nvPr/>
        </p:nvGrpSpPr>
        <p:grpSpPr>
          <a:xfrm>
            <a:off x="973" y="-8375"/>
            <a:ext cx="9143739" cy="5152800"/>
            <a:chOff x="973" y="-8375"/>
            <a:chExt cx="9143739" cy="5152800"/>
          </a:xfrm>
        </p:grpSpPr>
        <p:cxnSp>
          <p:nvCxnSpPr>
            <p:cNvPr id="49" name="Google Shape;49;p5"/>
            <p:cNvCxnSpPr/>
            <p:nvPr/>
          </p:nvCxnSpPr>
          <p:spPr>
            <a:xfrm rot="10800000">
              <a:off x="700912" y="4890750"/>
              <a:ext cx="8443800" cy="0"/>
            </a:xfrm>
            <a:prstGeom prst="straightConnector1">
              <a:avLst/>
            </a:prstGeom>
            <a:noFill/>
            <a:ln w="9525" cap="flat" cmpd="sng">
              <a:solidFill>
                <a:schemeClr val="dk1"/>
              </a:solidFill>
              <a:prstDash val="solid"/>
              <a:round/>
              <a:headEnd type="none" w="med" len="med"/>
              <a:tailEnd type="none" w="med" len="med"/>
            </a:ln>
          </p:spPr>
        </p:cxnSp>
        <p:cxnSp>
          <p:nvCxnSpPr>
            <p:cNvPr id="50" name="Google Shape;50;p5"/>
            <p:cNvCxnSpPr/>
            <p:nvPr/>
          </p:nvCxnSpPr>
          <p:spPr>
            <a:xfrm rot="10800000">
              <a:off x="973" y="4890750"/>
              <a:ext cx="717300" cy="0"/>
            </a:xfrm>
            <a:prstGeom prst="straightConnector1">
              <a:avLst/>
            </a:prstGeom>
            <a:noFill/>
            <a:ln w="9525" cap="flat" cmpd="sng">
              <a:solidFill>
                <a:schemeClr val="lt1"/>
              </a:solidFill>
              <a:prstDash val="solid"/>
              <a:round/>
              <a:headEnd type="none" w="med" len="med"/>
              <a:tailEnd type="none" w="med" len="med"/>
            </a:ln>
          </p:spPr>
        </p:cxnSp>
        <p:cxnSp>
          <p:nvCxnSpPr>
            <p:cNvPr id="51" name="Google Shape;51;p5"/>
            <p:cNvCxnSpPr/>
            <p:nvPr/>
          </p:nvCxnSpPr>
          <p:spPr>
            <a:xfrm rot="10800000">
              <a:off x="8800950" y="-8375"/>
              <a:ext cx="0" cy="5152800"/>
            </a:xfrm>
            <a:prstGeom prst="straightConnector1">
              <a:avLst/>
            </a:prstGeom>
            <a:noFill/>
            <a:ln w="9525" cap="flat" cmpd="sng">
              <a:solidFill>
                <a:schemeClr val="dk1"/>
              </a:solidFill>
              <a:prstDash val="solid"/>
              <a:round/>
              <a:headEnd type="none" w="med" len="med"/>
              <a:tailEnd type="none" w="med" len="med"/>
            </a:ln>
          </p:spPr>
        </p:cxnSp>
      </p:grpSp>
      <p:sp>
        <p:nvSpPr>
          <p:cNvPr id="52" name="Google Shape;52;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3" name="Google Shape;53;p5"/>
          <p:cNvSpPr txBox="1">
            <a:spLocks noGrp="1"/>
          </p:cNvSpPr>
          <p:nvPr>
            <p:ph type="subTitle" idx="1"/>
          </p:nvPr>
        </p:nvSpPr>
        <p:spPr>
          <a:xfrm>
            <a:off x="4923250" y="2421751"/>
            <a:ext cx="2505600" cy="1506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4" name="Google Shape;54;p5"/>
          <p:cNvSpPr txBox="1">
            <a:spLocks noGrp="1"/>
          </p:cNvSpPr>
          <p:nvPr>
            <p:ph type="subTitle" idx="2"/>
          </p:nvPr>
        </p:nvSpPr>
        <p:spPr>
          <a:xfrm>
            <a:off x="1715375" y="2421750"/>
            <a:ext cx="2505600" cy="1506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5" name="Google Shape;55;p5"/>
          <p:cNvSpPr txBox="1">
            <a:spLocks noGrp="1"/>
          </p:cNvSpPr>
          <p:nvPr>
            <p:ph type="subTitle" idx="3"/>
          </p:nvPr>
        </p:nvSpPr>
        <p:spPr>
          <a:xfrm>
            <a:off x="1715375" y="1771890"/>
            <a:ext cx="25056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DM Serif Text"/>
                <a:ea typeface="DM Serif Text"/>
                <a:cs typeface="DM Serif Text"/>
                <a:sym typeface="DM Serif Text"/>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56" name="Google Shape;56;p5"/>
          <p:cNvSpPr txBox="1">
            <a:spLocks noGrp="1"/>
          </p:cNvSpPr>
          <p:nvPr>
            <p:ph type="subTitle" idx="4"/>
          </p:nvPr>
        </p:nvSpPr>
        <p:spPr>
          <a:xfrm>
            <a:off x="4923250" y="1771900"/>
            <a:ext cx="25056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DM Serif Text"/>
                <a:ea typeface="DM Serif Text"/>
                <a:cs typeface="DM Serif Text"/>
                <a:sym typeface="DM Serif Text"/>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7"/>
        <p:cNvGrpSpPr/>
        <p:nvPr/>
      </p:nvGrpSpPr>
      <p:grpSpPr>
        <a:xfrm>
          <a:off x="0" y="0"/>
          <a:ext cx="0" cy="0"/>
          <a:chOff x="0" y="0"/>
          <a:chExt cx="0" cy="0"/>
        </a:xfrm>
      </p:grpSpPr>
      <p:pic>
        <p:nvPicPr>
          <p:cNvPr id="58" name="Google Shape;58;p6"/>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59" name="Google Shape;59;p6"/>
          <p:cNvSpPr/>
          <p:nvPr/>
        </p:nvSpPr>
        <p:spPr>
          <a:xfrm>
            <a:off x="-125" y="-11925"/>
            <a:ext cx="9144000" cy="546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 name="Google Shape;60;p6"/>
          <p:cNvGrpSpPr/>
          <p:nvPr/>
        </p:nvGrpSpPr>
        <p:grpSpPr>
          <a:xfrm>
            <a:off x="0" y="-14925"/>
            <a:ext cx="9151800" cy="5158500"/>
            <a:chOff x="0" y="-14925"/>
            <a:chExt cx="9151800" cy="5158500"/>
          </a:xfrm>
        </p:grpSpPr>
        <p:cxnSp>
          <p:nvCxnSpPr>
            <p:cNvPr id="61" name="Google Shape;61;p6"/>
            <p:cNvCxnSpPr/>
            <p:nvPr/>
          </p:nvCxnSpPr>
          <p:spPr>
            <a:xfrm>
              <a:off x="0" y="4897525"/>
              <a:ext cx="9151800" cy="0"/>
            </a:xfrm>
            <a:prstGeom prst="straightConnector1">
              <a:avLst/>
            </a:prstGeom>
            <a:noFill/>
            <a:ln w="9525" cap="flat" cmpd="sng">
              <a:solidFill>
                <a:schemeClr val="dk1"/>
              </a:solidFill>
              <a:prstDash val="solid"/>
              <a:round/>
              <a:headEnd type="none" w="med" len="med"/>
              <a:tailEnd type="none" w="med" len="med"/>
            </a:ln>
          </p:spPr>
        </p:cxnSp>
        <p:cxnSp>
          <p:nvCxnSpPr>
            <p:cNvPr id="62" name="Google Shape;62;p6"/>
            <p:cNvCxnSpPr/>
            <p:nvPr/>
          </p:nvCxnSpPr>
          <p:spPr>
            <a:xfrm rot="10800000">
              <a:off x="343050" y="533475"/>
              <a:ext cx="0" cy="4610100"/>
            </a:xfrm>
            <a:prstGeom prst="straightConnector1">
              <a:avLst/>
            </a:prstGeom>
            <a:noFill/>
            <a:ln w="9525" cap="flat" cmpd="sng">
              <a:solidFill>
                <a:schemeClr val="dk1"/>
              </a:solidFill>
              <a:prstDash val="solid"/>
              <a:round/>
              <a:headEnd type="none" w="med" len="med"/>
              <a:tailEnd type="none" w="med" len="med"/>
            </a:ln>
          </p:spPr>
        </p:cxnSp>
        <p:cxnSp>
          <p:nvCxnSpPr>
            <p:cNvPr id="63" name="Google Shape;63;p6"/>
            <p:cNvCxnSpPr/>
            <p:nvPr/>
          </p:nvCxnSpPr>
          <p:spPr>
            <a:xfrm rot="10800000">
              <a:off x="343050" y="-14925"/>
              <a:ext cx="0" cy="549300"/>
            </a:xfrm>
            <a:prstGeom prst="straightConnector1">
              <a:avLst/>
            </a:prstGeom>
            <a:noFill/>
            <a:ln w="9525" cap="flat" cmpd="sng">
              <a:solidFill>
                <a:schemeClr val="lt1"/>
              </a:solidFill>
              <a:prstDash val="solid"/>
              <a:round/>
              <a:headEnd type="none" w="med" len="med"/>
              <a:tailEnd type="none" w="med" len="med"/>
            </a:ln>
          </p:spPr>
        </p:cxnSp>
      </p:grpSp>
      <p:grpSp>
        <p:nvGrpSpPr>
          <p:cNvPr id="64" name="Google Shape;64;p6"/>
          <p:cNvGrpSpPr/>
          <p:nvPr/>
        </p:nvGrpSpPr>
        <p:grpSpPr>
          <a:xfrm>
            <a:off x="8603888" y="123825"/>
            <a:ext cx="394125" cy="271800"/>
            <a:chOff x="215225" y="4734875"/>
            <a:chExt cx="394125" cy="271800"/>
          </a:xfrm>
        </p:grpSpPr>
        <p:sp>
          <p:nvSpPr>
            <p:cNvPr id="65" name="Google Shape;65;p6"/>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 name="Google Shape;67;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8"/>
        <p:cNvGrpSpPr/>
        <p:nvPr/>
      </p:nvGrpSpPr>
      <p:grpSpPr>
        <a:xfrm>
          <a:off x="0" y="0"/>
          <a:ext cx="0" cy="0"/>
          <a:chOff x="0" y="0"/>
          <a:chExt cx="0" cy="0"/>
        </a:xfrm>
      </p:grpSpPr>
      <p:pic>
        <p:nvPicPr>
          <p:cNvPr id="69" name="Google Shape;69;p7"/>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70" name="Google Shape;70;p7"/>
          <p:cNvSpPr txBox="1">
            <a:spLocks noGrp="1"/>
          </p:cNvSpPr>
          <p:nvPr>
            <p:ph type="title"/>
          </p:nvPr>
        </p:nvSpPr>
        <p:spPr>
          <a:xfrm>
            <a:off x="720000" y="1042800"/>
            <a:ext cx="38520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1" name="Google Shape;71;p7"/>
          <p:cNvSpPr txBox="1">
            <a:spLocks noGrp="1"/>
          </p:cNvSpPr>
          <p:nvPr>
            <p:ph type="body" idx="1"/>
          </p:nvPr>
        </p:nvSpPr>
        <p:spPr>
          <a:xfrm>
            <a:off x="720000" y="1615500"/>
            <a:ext cx="3852000" cy="24852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lnSpc>
                <a:spcPct val="115000"/>
              </a:lnSpc>
              <a:spcBef>
                <a:spcPts val="0"/>
              </a:spcBef>
              <a:spcAft>
                <a:spcPts val="0"/>
              </a:spcAft>
              <a:buSzPts val="1200"/>
              <a:buChar char="○"/>
              <a:defRPr/>
            </a:lvl2pPr>
            <a:lvl3pPr marL="1371600" lvl="2" indent="-304800" rtl="0">
              <a:lnSpc>
                <a:spcPct val="115000"/>
              </a:lnSpc>
              <a:spcBef>
                <a:spcPts val="0"/>
              </a:spcBef>
              <a:spcAft>
                <a:spcPts val="0"/>
              </a:spcAft>
              <a:buSzPts val="1200"/>
              <a:buChar char="■"/>
              <a:defRPr/>
            </a:lvl3pPr>
            <a:lvl4pPr marL="1828800" lvl="3" indent="-304800" rtl="0">
              <a:lnSpc>
                <a:spcPct val="115000"/>
              </a:lnSpc>
              <a:spcBef>
                <a:spcPts val="0"/>
              </a:spcBef>
              <a:spcAft>
                <a:spcPts val="0"/>
              </a:spcAft>
              <a:buSzPts val="1200"/>
              <a:buChar char="●"/>
              <a:defRPr/>
            </a:lvl4pPr>
            <a:lvl5pPr marL="2286000" lvl="4" indent="-304800" rtl="0">
              <a:lnSpc>
                <a:spcPct val="115000"/>
              </a:lnSpc>
              <a:spcBef>
                <a:spcPts val="0"/>
              </a:spcBef>
              <a:spcAft>
                <a:spcPts val="0"/>
              </a:spcAft>
              <a:buSzPts val="1200"/>
              <a:buChar char="○"/>
              <a:defRPr/>
            </a:lvl5pPr>
            <a:lvl6pPr marL="2743200" lvl="5" indent="-304800" rtl="0">
              <a:lnSpc>
                <a:spcPct val="115000"/>
              </a:lnSpc>
              <a:spcBef>
                <a:spcPts val="0"/>
              </a:spcBef>
              <a:spcAft>
                <a:spcPts val="0"/>
              </a:spcAft>
              <a:buSzPts val="1200"/>
              <a:buChar char="■"/>
              <a:defRPr/>
            </a:lvl6pPr>
            <a:lvl7pPr marL="3200400" lvl="6" indent="-304800" rtl="0">
              <a:lnSpc>
                <a:spcPct val="115000"/>
              </a:lnSpc>
              <a:spcBef>
                <a:spcPts val="0"/>
              </a:spcBef>
              <a:spcAft>
                <a:spcPts val="0"/>
              </a:spcAft>
              <a:buSzPts val="1200"/>
              <a:buChar char="●"/>
              <a:defRPr/>
            </a:lvl7pPr>
            <a:lvl8pPr marL="3657600" lvl="7" indent="-304800" rtl="0">
              <a:lnSpc>
                <a:spcPct val="115000"/>
              </a:lnSpc>
              <a:spcBef>
                <a:spcPts val="0"/>
              </a:spcBef>
              <a:spcAft>
                <a:spcPts val="0"/>
              </a:spcAft>
              <a:buSzPts val="1200"/>
              <a:buChar char="○"/>
              <a:defRPr/>
            </a:lvl8pPr>
            <a:lvl9pPr marL="4114800" lvl="8" indent="-304800" rtl="0">
              <a:lnSpc>
                <a:spcPct val="115000"/>
              </a:lnSpc>
              <a:spcBef>
                <a:spcPts val="0"/>
              </a:spcBef>
              <a:spcAft>
                <a:spcPts val="0"/>
              </a:spcAft>
              <a:buSzPts val="1200"/>
              <a:buChar char="■"/>
              <a:defRPr/>
            </a:lvl9pPr>
          </a:lstStyle>
          <a:p>
            <a:endParaRPr/>
          </a:p>
        </p:txBody>
      </p:sp>
      <p:sp>
        <p:nvSpPr>
          <p:cNvPr id="72" name="Google Shape;72;p7"/>
          <p:cNvSpPr>
            <a:spLocks noGrp="1"/>
          </p:cNvSpPr>
          <p:nvPr>
            <p:ph type="pic" idx="2"/>
          </p:nvPr>
        </p:nvSpPr>
        <p:spPr>
          <a:xfrm>
            <a:off x="5304925" y="681375"/>
            <a:ext cx="3123900" cy="3780600"/>
          </a:xfrm>
          <a:prstGeom prst="rect">
            <a:avLst/>
          </a:prstGeom>
          <a:noFill/>
          <a:ln>
            <a:noFill/>
          </a:ln>
        </p:spPr>
        <p:txBody>
          <a:bodyPr/>
          <a:lstStyle/>
          <a:p>
            <a:endParaRPr lang="vi-VN"/>
          </a:p>
        </p:txBody>
      </p:sp>
      <p:sp>
        <p:nvSpPr>
          <p:cNvPr id="73" name="Google Shape;73;p7"/>
          <p:cNvSpPr/>
          <p:nvPr/>
        </p:nvSpPr>
        <p:spPr>
          <a:xfrm>
            <a:off x="0" y="4608500"/>
            <a:ext cx="9144000" cy="535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 name="Google Shape;74;p7"/>
          <p:cNvGrpSpPr/>
          <p:nvPr/>
        </p:nvGrpSpPr>
        <p:grpSpPr>
          <a:xfrm>
            <a:off x="4374925" y="4740200"/>
            <a:ext cx="394125" cy="271800"/>
            <a:chOff x="215225" y="4734875"/>
            <a:chExt cx="394125" cy="271800"/>
          </a:xfrm>
        </p:grpSpPr>
        <p:sp>
          <p:nvSpPr>
            <p:cNvPr id="75" name="Google Shape;75;p7"/>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7"/>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77;p7"/>
          <p:cNvGrpSpPr/>
          <p:nvPr/>
        </p:nvGrpSpPr>
        <p:grpSpPr>
          <a:xfrm>
            <a:off x="-6303" y="-673"/>
            <a:ext cx="9170700" cy="5161600"/>
            <a:chOff x="-6303" y="-673"/>
            <a:chExt cx="9170700" cy="5161600"/>
          </a:xfrm>
        </p:grpSpPr>
        <p:grpSp>
          <p:nvGrpSpPr>
            <p:cNvPr id="78" name="Google Shape;78;p7"/>
            <p:cNvGrpSpPr/>
            <p:nvPr/>
          </p:nvGrpSpPr>
          <p:grpSpPr>
            <a:xfrm>
              <a:off x="8800938" y="-673"/>
              <a:ext cx="13" cy="5161600"/>
              <a:chOff x="8800938" y="-18025"/>
              <a:chExt cx="13" cy="5161600"/>
            </a:xfrm>
          </p:grpSpPr>
          <p:cxnSp>
            <p:nvCxnSpPr>
              <p:cNvPr id="79" name="Google Shape;79;p7"/>
              <p:cNvCxnSpPr/>
              <p:nvPr/>
            </p:nvCxnSpPr>
            <p:spPr>
              <a:xfrm rot="10800000">
                <a:off x="8800950" y="-18025"/>
                <a:ext cx="0" cy="4615200"/>
              </a:xfrm>
              <a:prstGeom prst="straightConnector1">
                <a:avLst/>
              </a:prstGeom>
              <a:noFill/>
              <a:ln w="9525" cap="flat" cmpd="sng">
                <a:solidFill>
                  <a:schemeClr val="dk1"/>
                </a:solidFill>
                <a:prstDash val="solid"/>
                <a:round/>
                <a:headEnd type="none" w="med" len="med"/>
                <a:tailEnd type="none" w="med" len="med"/>
              </a:ln>
            </p:spPr>
          </p:cxnSp>
          <p:cxnSp>
            <p:nvCxnSpPr>
              <p:cNvPr id="80" name="Google Shape;80;p7"/>
              <p:cNvCxnSpPr/>
              <p:nvPr/>
            </p:nvCxnSpPr>
            <p:spPr>
              <a:xfrm rot="10800000">
                <a:off x="8800938" y="4590975"/>
                <a:ext cx="0" cy="552600"/>
              </a:xfrm>
              <a:prstGeom prst="straightConnector1">
                <a:avLst/>
              </a:prstGeom>
              <a:noFill/>
              <a:ln w="9525" cap="flat" cmpd="sng">
                <a:solidFill>
                  <a:schemeClr val="lt1"/>
                </a:solidFill>
                <a:prstDash val="solid"/>
                <a:round/>
                <a:headEnd type="none" w="med" len="med"/>
                <a:tailEnd type="none" w="med" len="med"/>
              </a:ln>
            </p:spPr>
          </p:cxnSp>
        </p:grpSp>
        <p:cxnSp>
          <p:nvCxnSpPr>
            <p:cNvPr id="81" name="Google Shape;81;p7"/>
            <p:cNvCxnSpPr/>
            <p:nvPr/>
          </p:nvCxnSpPr>
          <p:spPr>
            <a:xfrm>
              <a:off x="-6303" y="251525"/>
              <a:ext cx="91707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2"/>
        <p:cNvGrpSpPr/>
        <p:nvPr/>
      </p:nvGrpSpPr>
      <p:grpSpPr>
        <a:xfrm>
          <a:off x="0" y="0"/>
          <a:ext cx="0" cy="0"/>
          <a:chOff x="0" y="0"/>
          <a:chExt cx="0" cy="0"/>
        </a:xfrm>
      </p:grpSpPr>
      <p:pic>
        <p:nvPicPr>
          <p:cNvPr id="83" name="Google Shape;83;p8"/>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84" name="Google Shape;84;p8"/>
          <p:cNvSpPr txBox="1">
            <a:spLocks noGrp="1"/>
          </p:cNvSpPr>
          <p:nvPr>
            <p:ph type="title"/>
          </p:nvPr>
        </p:nvSpPr>
        <p:spPr>
          <a:xfrm>
            <a:off x="2724150" y="1307100"/>
            <a:ext cx="36957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
        <p:nvSpPr>
          <p:cNvPr id="85" name="Google Shape;85;p8"/>
          <p:cNvSpPr/>
          <p:nvPr/>
        </p:nvSpPr>
        <p:spPr>
          <a:xfrm flipH="1">
            <a:off x="1926" y="75"/>
            <a:ext cx="7152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 name="Google Shape;86;p8"/>
          <p:cNvGrpSpPr/>
          <p:nvPr/>
        </p:nvGrpSpPr>
        <p:grpSpPr>
          <a:xfrm rot="-5400000" flipH="1">
            <a:off x="162316" y="2435865"/>
            <a:ext cx="394125" cy="271746"/>
            <a:chOff x="215225" y="4734875"/>
            <a:chExt cx="394125" cy="271800"/>
          </a:xfrm>
        </p:grpSpPr>
        <p:sp>
          <p:nvSpPr>
            <p:cNvPr id="87" name="Google Shape;87;p8"/>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89;p8"/>
          <p:cNvGrpSpPr/>
          <p:nvPr/>
        </p:nvGrpSpPr>
        <p:grpSpPr>
          <a:xfrm>
            <a:off x="973" y="-8375"/>
            <a:ext cx="9143739" cy="5152800"/>
            <a:chOff x="973" y="-8375"/>
            <a:chExt cx="9143739" cy="5152800"/>
          </a:xfrm>
        </p:grpSpPr>
        <p:cxnSp>
          <p:nvCxnSpPr>
            <p:cNvPr id="90" name="Google Shape;90;p8"/>
            <p:cNvCxnSpPr/>
            <p:nvPr/>
          </p:nvCxnSpPr>
          <p:spPr>
            <a:xfrm rot="10800000">
              <a:off x="700912" y="4890750"/>
              <a:ext cx="8443800" cy="0"/>
            </a:xfrm>
            <a:prstGeom prst="straightConnector1">
              <a:avLst/>
            </a:prstGeom>
            <a:noFill/>
            <a:ln w="9525" cap="flat" cmpd="sng">
              <a:solidFill>
                <a:schemeClr val="dk1"/>
              </a:solidFill>
              <a:prstDash val="solid"/>
              <a:round/>
              <a:headEnd type="none" w="med" len="med"/>
              <a:tailEnd type="none" w="med" len="med"/>
            </a:ln>
          </p:spPr>
        </p:cxnSp>
        <p:cxnSp>
          <p:nvCxnSpPr>
            <p:cNvPr id="91" name="Google Shape;91;p8"/>
            <p:cNvCxnSpPr/>
            <p:nvPr/>
          </p:nvCxnSpPr>
          <p:spPr>
            <a:xfrm rot="10800000">
              <a:off x="973" y="4890750"/>
              <a:ext cx="717300" cy="0"/>
            </a:xfrm>
            <a:prstGeom prst="straightConnector1">
              <a:avLst/>
            </a:prstGeom>
            <a:noFill/>
            <a:ln w="9525" cap="flat" cmpd="sng">
              <a:solidFill>
                <a:schemeClr val="lt1"/>
              </a:solidFill>
              <a:prstDash val="solid"/>
              <a:round/>
              <a:headEnd type="none" w="med" len="med"/>
              <a:tailEnd type="none" w="med" len="med"/>
            </a:ln>
          </p:spPr>
        </p:cxnSp>
        <p:cxnSp>
          <p:nvCxnSpPr>
            <p:cNvPr id="92" name="Google Shape;92;p8"/>
            <p:cNvCxnSpPr/>
            <p:nvPr/>
          </p:nvCxnSpPr>
          <p:spPr>
            <a:xfrm rot="10800000">
              <a:off x="8800950" y="-8375"/>
              <a:ext cx="0" cy="51528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3"/>
        <p:cNvGrpSpPr/>
        <p:nvPr/>
      </p:nvGrpSpPr>
      <p:grpSpPr>
        <a:xfrm>
          <a:off x="0" y="0"/>
          <a:ext cx="0" cy="0"/>
          <a:chOff x="0" y="0"/>
          <a:chExt cx="0" cy="0"/>
        </a:xfrm>
      </p:grpSpPr>
      <p:pic>
        <p:nvPicPr>
          <p:cNvPr id="94" name="Google Shape;94;p9"/>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95" name="Google Shape;95;p9"/>
          <p:cNvSpPr txBox="1">
            <a:spLocks noGrp="1"/>
          </p:cNvSpPr>
          <p:nvPr>
            <p:ph type="title"/>
          </p:nvPr>
        </p:nvSpPr>
        <p:spPr>
          <a:xfrm>
            <a:off x="2201850" y="1584874"/>
            <a:ext cx="47403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96" name="Google Shape;96;p9"/>
          <p:cNvSpPr txBox="1">
            <a:spLocks noGrp="1"/>
          </p:cNvSpPr>
          <p:nvPr>
            <p:ph type="subTitle" idx="1"/>
          </p:nvPr>
        </p:nvSpPr>
        <p:spPr>
          <a:xfrm>
            <a:off x="2201925" y="2427926"/>
            <a:ext cx="4740300" cy="113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7" name="Google Shape;97;p9"/>
          <p:cNvSpPr/>
          <p:nvPr/>
        </p:nvSpPr>
        <p:spPr>
          <a:xfrm>
            <a:off x="-125" y="-11925"/>
            <a:ext cx="9144000" cy="546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 name="Google Shape;98;p9"/>
          <p:cNvGrpSpPr/>
          <p:nvPr/>
        </p:nvGrpSpPr>
        <p:grpSpPr>
          <a:xfrm>
            <a:off x="4374800" y="123825"/>
            <a:ext cx="394125" cy="271800"/>
            <a:chOff x="215225" y="4734875"/>
            <a:chExt cx="394125" cy="271800"/>
          </a:xfrm>
        </p:grpSpPr>
        <p:sp>
          <p:nvSpPr>
            <p:cNvPr id="99" name="Google Shape;99;p9"/>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9"/>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 name="Google Shape;101;p9"/>
          <p:cNvGrpSpPr/>
          <p:nvPr/>
        </p:nvGrpSpPr>
        <p:grpSpPr>
          <a:xfrm>
            <a:off x="0" y="-11550"/>
            <a:ext cx="9151800" cy="5156975"/>
            <a:chOff x="0" y="-11550"/>
            <a:chExt cx="9151800" cy="5156975"/>
          </a:xfrm>
        </p:grpSpPr>
        <p:cxnSp>
          <p:nvCxnSpPr>
            <p:cNvPr id="102" name="Google Shape;102;p9"/>
            <p:cNvCxnSpPr/>
            <p:nvPr/>
          </p:nvCxnSpPr>
          <p:spPr>
            <a:xfrm>
              <a:off x="0" y="4897525"/>
              <a:ext cx="9151800" cy="0"/>
            </a:xfrm>
            <a:prstGeom prst="straightConnector1">
              <a:avLst/>
            </a:prstGeom>
            <a:noFill/>
            <a:ln w="9525" cap="flat" cmpd="sng">
              <a:solidFill>
                <a:schemeClr val="dk1"/>
              </a:solidFill>
              <a:prstDash val="solid"/>
              <a:round/>
              <a:headEnd type="none" w="med" len="med"/>
              <a:tailEnd type="none" w="med" len="med"/>
            </a:ln>
          </p:spPr>
        </p:cxnSp>
        <p:grpSp>
          <p:nvGrpSpPr>
            <p:cNvPr id="103" name="Google Shape;103;p9"/>
            <p:cNvGrpSpPr/>
            <p:nvPr/>
          </p:nvGrpSpPr>
          <p:grpSpPr>
            <a:xfrm>
              <a:off x="343300" y="-11550"/>
              <a:ext cx="0" cy="5156975"/>
              <a:chOff x="343300" y="-11550"/>
              <a:chExt cx="0" cy="5156975"/>
            </a:xfrm>
          </p:grpSpPr>
          <p:cxnSp>
            <p:nvCxnSpPr>
              <p:cNvPr id="104" name="Google Shape;104;p9"/>
              <p:cNvCxnSpPr/>
              <p:nvPr/>
            </p:nvCxnSpPr>
            <p:spPr>
              <a:xfrm rot="10800000">
                <a:off x="343300" y="533225"/>
                <a:ext cx="0" cy="4612200"/>
              </a:xfrm>
              <a:prstGeom prst="straightConnector1">
                <a:avLst/>
              </a:prstGeom>
              <a:noFill/>
              <a:ln w="9525" cap="flat" cmpd="sng">
                <a:solidFill>
                  <a:schemeClr val="dk1"/>
                </a:solidFill>
                <a:prstDash val="solid"/>
                <a:round/>
                <a:headEnd type="none" w="med" len="med"/>
                <a:tailEnd type="none" w="med" len="med"/>
              </a:ln>
            </p:spPr>
          </p:cxnSp>
          <p:cxnSp>
            <p:nvCxnSpPr>
              <p:cNvPr id="105" name="Google Shape;105;p9"/>
              <p:cNvCxnSpPr/>
              <p:nvPr/>
            </p:nvCxnSpPr>
            <p:spPr>
              <a:xfrm rot="10800000">
                <a:off x="343300" y="-11550"/>
                <a:ext cx="0" cy="546000"/>
              </a:xfrm>
              <a:prstGeom prst="straightConnector1">
                <a:avLst/>
              </a:prstGeom>
              <a:noFill/>
              <a:ln w="9525" cap="flat" cmpd="sng">
                <a:solidFill>
                  <a:schemeClr val="lt1"/>
                </a:solidFill>
                <a:prstDash val="solid"/>
                <a:round/>
                <a:headEnd type="none" w="med" len="med"/>
                <a:tailEnd type="none" w="med" len="med"/>
              </a:ln>
            </p:spPr>
          </p:cxn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6"/>
        <p:cNvGrpSpPr/>
        <p:nvPr/>
      </p:nvGrpSpPr>
      <p:grpSpPr>
        <a:xfrm>
          <a:off x="0" y="0"/>
          <a:ext cx="0" cy="0"/>
          <a:chOff x="0" y="0"/>
          <a:chExt cx="0" cy="0"/>
        </a:xfrm>
      </p:grpSpPr>
      <p:sp>
        <p:nvSpPr>
          <p:cNvPr id="107" name="Google Shape;107;p10"/>
          <p:cNvSpPr>
            <a:spLocks noGrp="1"/>
          </p:cNvSpPr>
          <p:nvPr>
            <p:ph type="pic" idx="2"/>
          </p:nvPr>
        </p:nvSpPr>
        <p:spPr>
          <a:xfrm>
            <a:off x="-6875" y="0"/>
            <a:ext cx="9144000" cy="5157300"/>
          </a:xfrm>
          <a:prstGeom prst="rect">
            <a:avLst/>
          </a:prstGeom>
          <a:noFill/>
          <a:ln>
            <a:noFill/>
          </a:ln>
        </p:spPr>
      </p:sp>
      <p:sp>
        <p:nvSpPr>
          <p:cNvPr id="108" name="Google Shape;108;p10"/>
          <p:cNvSpPr txBox="1">
            <a:spLocks noGrp="1"/>
          </p:cNvSpPr>
          <p:nvPr>
            <p:ph type="title"/>
          </p:nvPr>
        </p:nvSpPr>
        <p:spPr>
          <a:xfrm>
            <a:off x="720000" y="4038000"/>
            <a:ext cx="7704000" cy="5727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3000"/>
              <a:buNone/>
              <a:defRPr>
                <a:solidFill>
                  <a:schemeClr val="lt1"/>
                </a:solidFill>
              </a:defRPr>
            </a:lvl1pPr>
            <a:lvl2pPr lvl="1" algn="ctr" rtl="0">
              <a:spcBef>
                <a:spcPts val="0"/>
              </a:spcBef>
              <a:spcAft>
                <a:spcPts val="0"/>
              </a:spcAft>
              <a:buClr>
                <a:schemeClr val="lt1"/>
              </a:buClr>
              <a:buSzPts val="3500"/>
              <a:buNone/>
              <a:defRPr>
                <a:solidFill>
                  <a:schemeClr val="lt1"/>
                </a:solidFill>
              </a:defRPr>
            </a:lvl2pPr>
            <a:lvl3pPr lvl="2" algn="ctr" rtl="0">
              <a:spcBef>
                <a:spcPts val="0"/>
              </a:spcBef>
              <a:spcAft>
                <a:spcPts val="0"/>
              </a:spcAft>
              <a:buClr>
                <a:schemeClr val="lt1"/>
              </a:buClr>
              <a:buSzPts val="3500"/>
              <a:buNone/>
              <a:defRPr>
                <a:solidFill>
                  <a:schemeClr val="lt1"/>
                </a:solidFill>
              </a:defRPr>
            </a:lvl3pPr>
            <a:lvl4pPr lvl="3" algn="ctr" rtl="0">
              <a:spcBef>
                <a:spcPts val="0"/>
              </a:spcBef>
              <a:spcAft>
                <a:spcPts val="0"/>
              </a:spcAft>
              <a:buClr>
                <a:schemeClr val="lt1"/>
              </a:buClr>
              <a:buSzPts val="3500"/>
              <a:buNone/>
              <a:defRPr>
                <a:solidFill>
                  <a:schemeClr val="lt1"/>
                </a:solidFill>
              </a:defRPr>
            </a:lvl4pPr>
            <a:lvl5pPr lvl="4" algn="ctr" rtl="0">
              <a:spcBef>
                <a:spcPts val="0"/>
              </a:spcBef>
              <a:spcAft>
                <a:spcPts val="0"/>
              </a:spcAft>
              <a:buClr>
                <a:schemeClr val="lt1"/>
              </a:buClr>
              <a:buSzPts val="3500"/>
              <a:buNone/>
              <a:defRPr>
                <a:solidFill>
                  <a:schemeClr val="lt1"/>
                </a:solidFill>
              </a:defRPr>
            </a:lvl5pPr>
            <a:lvl6pPr lvl="5" algn="ctr" rtl="0">
              <a:spcBef>
                <a:spcPts val="0"/>
              </a:spcBef>
              <a:spcAft>
                <a:spcPts val="0"/>
              </a:spcAft>
              <a:buClr>
                <a:schemeClr val="lt1"/>
              </a:buClr>
              <a:buSzPts val="3500"/>
              <a:buNone/>
              <a:defRPr>
                <a:solidFill>
                  <a:schemeClr val="lt1"/>
                </a:solidFill>
              </a:defRPr>
            </a:lvl6pPr>
            <a:lvl7pPr lvl="6" algn="ctr" rtl="0">
              <a:spcBef>
                <a:spcPts val="0"/>
              </a:spcBef>
              <a:spcAft>
                <a:spcPts val="0"/>
              </a:spcAft>
              <a:buClr>
                <a:schemeClr val="lt1"/>
              </a:buClr>
              <a:buSzPts val="3500"/>
              <a:buNone/>
              <a:defRPr>
                <a:solidFill>
                  <a:schemeClr val="lt1"/>
                </a:solidFill>
              </a:defRPr>
            </a:lvl7pPr>
            <a:lvl8pPr lvl="7" algn="ctr" rtl="0">
              <a:spcBef>
                <a:spcPts val="0"/>
              </a:spcBef>
              <a:spcAft>
                <a:spcPts val="0"/>
              </a:spcAft>
              <a:buClr>
                <a:schemeClr val="lt1"/>
              </a:buClr>
              <a:buSzPts val="3500"/>
              <a:buNone/>
              <a:defRPr>
                <a:solidFill>
                  <a:schemeClr val="lt1"/>
                </a:solidFill>
              </a:defRPr>
            </a:lvl8pPr>
            <a:lvl9pPr lvl="8" algn="ctr" rtl="0">
              <a:spcBef>
                <a:spcPts val="0"/>
              </a:spcBef>
              <a:spcAft>
                <a:spcPts val="0"/>
              </a:spcAft>
              <a:buClr>
                <a:schemeClr val="lt1"/>
              </a:buClr>
              <a:buSzPts val="3500"/>
              <a:buNone/>
              <a:defRPr>
                <a:solidFill>
                  <a:schemeClr val="lt1"/>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9"/>
        <p:cNvGrpSpPr/>
        <p:nvPr/>
      </p:nvGrpSpPr>
      <p:grpSpPr>
        <a:xfrm>
          <a:off x="0" y="0"/>
          <a:ext cx="0" cy="0"/>
          <a:chOff x="0" y="0"/>
          <a:chExt cx="0" cy="0"/>
        </a:xfrm>
      </p:grpSpPr>
      <p:pic>
        <p:nvPicPr>
          <p:cNvPr id="110" name="Google Shape;110;p11"/>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111" name="Google Shape;111;p11"/>
          <p:cNvSpPr/>
          <p:nvPr/>
        </p:nvSpPr>
        <p:spPr>
          <a:xfrm>
            <a:off x="0" y="0"/>
            <a:ext cx="9144000" cy="3980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 name="Google Shape;112;p11"/>
          <p:cNvGrpSpPr/>
          <p:nvPr/>
        </p:nvGrpSpPr>
        <p:grpSpPr>
          <a:xfrm rot="5400000">
            <a:off x="145975" y="1971996"/>
            <a:ext cx="394125" cy="271800"/>
            <a:chOff x="215225" y="4734875"/>
            <a:chExt cx="394125" cy="271800"/>
          </a:xfrm>
        </p:grpSpPr>
        <p:sp>
          <p:nvSpPr>
            <p:cNvPr id="113" name="Google Shape;113;p11"/>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11"/>
          <p:cNvGrpSpPr/>
          <p:nvPr/>
        </p:nvGrpSpPr>
        <p:grpSpPr>
          <a:xfrm>
            <a:off x="8800350" y="-25"/>
            <a:ext cx="600" cy="5152225"/>
            <a:chOff x="8803725" y="-25"/>
            <a:chExt cx="600" cy="5152225"/>
          </a:xfrm>
        </p:grpSpPr>
        <p:cxnSp>
          <p:nvCxnSpPr>
            <p:cNvPr id="116" name="Google Shape;116;p11"/>
            <p:cNvCxnSpPr/>
            <p:nvPr/>
          </p:nvCxnSpPr>
          <p:spPr>
            <a:xfrm rot="10800000">
              <a:off x="8803725" y="3979800"/>
              <a:ext cx="600" cy="1172400"/>
            </a:xfrm>
            <a:prstGeom prst="straightConnector1">
              <a:avLst/>
            </a:prstGeom>
            <a:noFill/>
            <a:ln w="9525" cap="flat" cmpd="sng">
              <a:solidFill>
                <a:schemeClr val="dk1"/>
              </a:solidFill>
              <a:prstDash val="solid"/>
              <a:round/>
              <a:headEnd type="none" w="med" len="med"/>
              <a:tailEnd type="none" w="med" len="med"/>
            </a:ln>
          </p:spPr>
        </p:cxnSp>
        <p:cxnSp>
          <p:nvCxnSpPr>
            <p:cNvPr id="117" name="Google Shape;117;p11"/>
            <p:cNvCxnSpPr/>
            <p:nvPr/>
          </p:nvCxnSpPr>
          <p:spPr>
            <a:xfrm rot="10800000">
              <a:off x="8804325" y="-25"/>
              <a:ext cx="0" cy="3978600"/>
            </a:xfrm>
            <a:prstGeom prst="straightConnector1">
              <a:avLst/>
            </a:prstGeom>
            <a:noFill/>
            <a:ln w="9525" cap="flat" cmpd="sng">
              <a:solidFill>
                <a:schemeClr val="lt1"/>
              </a:solidFill>
              <a:prstDash val="solid"/>
              <a:round/>
              <a:headEnd type="none" w="med" len="med"/>
              <a:tailEnd type="none" w="med" len="med"/>
            </a:ln>
          </p:spPr>
        </p:cxnSp>
      </p:grpSp>
      <p:sp>
        <p:nvSpPr>
          <p:cNvPr id="118" name="Google Shape;118;p11"/>
          <p:cNvSpPr txBox="1">
            <a:spLocks noGrp="1"/>
          </p:cNvSpPr>
          <p:nvPr>
            <p:ph type="title" hasCustomPrompt="1"/>
          </p:nvPr>
        </p:nvSpPr>
        <p:spPr>
          <a:xfrm>
            <a:off x="1660950" y="1484200"/>
            <a:ext cx="5822100" cy="12474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7200">
                <a:solidFill>
                  <a:schemeClr val="l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19" name="Google Shape;119;p11"/>
          <p:cNvSpPr txBox="1">
            <a:spLocks noGrp="1"/>
          </p:cNvSpPr>
          <p:nvPr>
            <p:ph type="subTitle" idx="1"/>
          </p:nvPr>
        </p:nvSpPr>
        <p:spPr>
          <a:xfrm>
            <a:off x="1660950" y="2731600"/>
            <a:ext cx="58221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400">
                <a:solidFill>
                  <a:schemeClr val="lt1"/>
                </a:solidFill>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2"/>
        </a:solidFill>
        <a:effectLst/>
      </p:bgPr>
    </p:bg>
    <p:spTree>
      <p:nvGrpSpPr>
        <p:cNvPr id="1" name="Shape 120"/>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1">
  <p:cSld name="CUSTOM_4_1_1">
    <p:spTree>
      <p:nvGrpSpPr>
        <p:cNvPr id="1" name="Shape 177"/>
        <p:cNvGrpSpPr/>
        <p:nvPr/>
      </p:nvGrpSpPr>
      <p:grpSpPr>
        <a:xfrm>
          <a:off x="0" y="0"/>
          <a:ext cx="0" cy="0"/>
          <a:chOff x="0" y="0"/>
          <a:chExt cx="0" cy="0"/>
        </a:xfrm>
      </p:grpSpPr>
      <p:pic>
        <p:nvPicPr>
          <p:cNvPr id="178" name="Google Shape;178;p16"/>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179" name="Google Shape;179;p16"/>
          <p:cNvSpPr txBox="1">
            <a:spLocks noGrp="1"/>
          </p:cNvSpPr>
          <p:nvPr>
            <p:ph type="title"/>
          </p:nvPr>
        </p:nvSpPr>
        <p:spPr>
          <a:xfrm>
            <a:off x="887950" y="1339775"/>
            <a:ext cx="3309900" cy="1099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80" name="Google Shape;180;p16"/>
          <p:cNvSpPr txBox="1">
            <a:spLocks noGrp="1"/>
          </p:cNvSpPr>
          <p:nvPr>
            <p:ph type="subTitle" idx="1"/>
          </p:nvPr>
        </p:nvSpPr>
        <p:spPr>
          <a:xfrm>
            <a:off x="887950" y="2799325"/>
            <a:ext cx="3309900" cy="100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1" name="Google Shape;181;p16"/>
          <p:cNvSpPr>
            <a:spLocks noGrp="1"/>
          </p:cNvSpPr>
          <p:nvPr>
            <p:ph type="pic" idx="2"/>
          </p:nvPr>
        </p:nvSpPr>
        <p:spPr>
          <a:xfrm>
            <a:off x="5005812" y="820425"/>
            <a:ext cx="3250200" cy="3502800"/>
          </a:xfrm>
          <a:prstGeom prst="rect">
            <a:avLst/>
          </a:prstGeom>
          <a:noFill/>
          <a:ln w="9525" cap="flat" cmpd="sng">
            <a:solidFill>
              <a:schemeClr val="dk1"/>
            </a:solidFill>
            <a:prstDash val="solid"/>
            <a:round/>
            <a:headEnd type="none" w="sm" len="sm"/>
            <a:tailEnd type="none" w="sm" len="sm"/>
          </a:ln>
        </p:spPr>
        <p:txBody>
          <a:bodyPr/>
          <a:lstStyle/>
          <a:p>
            <a:endParaRPr lang="vi-VN"/>
          </a:p>
        </p:txBody>
      </p:sp>
      <p:sp>
        <p:nvSpPr>
          <p:cNvPr id="182" name="Google Shape;182;p16"/>
          <p:cNvSpPr/>
          <p:nvPr/>
        </p:nvSpPr>
        <p:spPr>
          <a:xfrm>
            <a:off x="-125" y="-11925"/>
            <a:ext cx="9144000" cy="546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3" name="Google Shape;183;p16"/>
          <p:cNvGrpSpPr/>
          <p:nvPr/>
        </p:nvGrpSpPr>
        <p:grpSpPr>
          <a:xfrm>
            <a:off x="343050" y="-14925"/>
            <a:ext cx="0" cy="5158500"/>
            <a:chOff x="343050" y="-14925"/>
            <a:chExt cx="0" cy="5158500"/>
          </a:xfrm>
        </p:grpSpPr>
        <p:cxnSp>
          <p:nvCxnSpPr>
            <p:cNvPr id="184" name="Google Shape;184;p16"/>
            <p:cNvCxnSpPr/>
            <p:nvPr/>
          </p:nvCxnSpPr>
          <p:spPr>
            <a:xfrm rot="10800000">
              <a:off x="343050" y="533475"/>
              <a:ext cx="0" cy="4610100"/>
            </a:xfrm>
            <a:prstGeom prst="straightConnector1">
              <a:avLst/>
            </a:prstGeom>
            <a:noFill/>
            <a:ln w="9525" cap="flat" cmpd="sng">
              <a:solidFill>
                <a:schemeClr val="dk1"/>
              </a:solidFill>
              <a:prstDash val="solid"/>
              <a:round/>
              <a:headEnd type="none" w="med" len="med"/>
              <a:tailEnd type="none" w="med" len="med"/>
            </a:ln>
          </p:spPr>
        </p:cxnSp>
        <p:cxnSp>
          <p:nvCxnSpPr>
            <p:cNvPr id="185" name="Google Shape;185;p16"/>
            <p:cNvCxnSpPr/>
            <p:nvPr/>
          </p:nvCxnSpPr>
          <p:spPr>
            <a:xfrm rot="10800000">
              <a:off x="343050" y="-14925"/>
              <a:ext cx="0" cy="549300"/>
            </a:xfrm>
            <a:prstGeom prst="straightConnector1">
              <a:avLst/>
            </a:prstGeom>
            <a:noFill/>
            <a:ln w="9525" cap="flat" cmpd="sng">
              <a:solidFill>
                <a:schemeClr val="lt1"/>
              </a:solidFill>
              <a:prstDash val="solid"/>
              <a:round/>
              <a:headEnd type="none" w="med" len="med"/>
              <a:tailEnd type="none" w="med" len="med"/>
            </a:ln>
          </p:spPr>
        </p:cxnSp>
      </p:grpSp>
      <p:grpSp>
        <p:nvGrpSpPr>
          <p:cNvPr id="186" name="Google Shape;186;p16"/>
          <p:cNvGrpSpPr/>
          <p:nvPr/>
        </p:nvGrpSpPr>
        <p:grpSpPr>
          <a:xfrm>
            <a:off x="8603888" y="123825"/>
            <a:ext cx="394125" cy="271800"/>
            <a:chOff x="215225" y="4734875"/>
            <a:chExt cx="394125" cy="271800"/>
          </a:xfrm>
        </p:grpSpPr>
        <p:sp>
          <p:nvSpPr>
            <p:cNvPr id="187" name="Google Shape;187;p16"/>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6"/>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233"/>
        <p:cNvGrpSpPr/>
        <p:nvPr/>
      </p:nvGrpSpPr>
      <p:grpSpPr>
        <a:xfrm>
          <a:off x="0" y="0"/>
          <a:ext cx="0" cy="0"/>
          <a:chOff x="0" y="0"/>
          <a:chExt cx="0" cy="0"/>
        </a:xfrm>
      </p:grpSpPr>
      <p:pic>
        <p:nvPicPr>
          <p:cNvPr id="234" name="Google Shape;234;p20"/>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235" name="Google Shape;235;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36" name="Google Shape;236;p20"/>
          <p:cNvSpPr txBox="1">
            <a:spLocks noGrp="1"/>
          </p:cNvSpPr>
          <p:nvPr>
            <p:ph type="subTitle" idx="1"/>
          </p:nvPr>
        </p:nvSpPr>
        <p:spPr>
          <a:xfrm>
            <a:off x="1163725" y="1230275"/>
            <a:ext cx="2967000" cy="5259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a:solidFill>
                  <a:schemeClr val="dk1"/>
                </a:solidFill>
                <a:latin typeface="DM Serif Text"/>
                <a:ea typeface="DM Serif Text"/>
                <a:cs typeface="DM Serif Text"/>
                <a:sym typeface="DM Serif Text"/>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237" name="Google Shape;237;p20"/>
          <p:cNvSpPr txBox="1">
            <a:spLocks noGrp="1"/>
          </p:cNvSpPr>
          <p:nvPr>
            <p:ph type="subTitle" idx="2"/>
          </p:nvPr>
        </p:nvSpPr>
        <p:spPr>
          <a:xfrm>
            <a:off x="1163726" y="1756175"/>
            <a:ext cx="2967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38" name="Google Shape;238;p20"/>
          <p:cNvSpPr txBox="1">
            <a:spLocks noGrp="1"/>
          </p:cNvSpPr>
          <p:nvPr>
            <p:ph type="subTitle" idx="3"/>
          </p:nvPr>
        </p:nvSpPr>
        <p:spPr>
          <a:xfrm>
            <a:off x="5013252" y="1756175"/>
            <a:ext cx="2967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39" name="Google Shape;239;p20"/>
          <p:cNvSpPr txBox="1">
            <a:spLocks noGrp="1"/>
          </p:cNvSpPr>
          <p:nvPr>
            <p:ph type="subTitle" idx="4"/>
          </p:nvPr>
        </p:nvSpPr>
        <p:spPr>
          <a:xfrm>
            <a:off x="1163726" y="3504500"/>
            <a:ext cx="2967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0" name="Google Shape;240;p20"/>
          <p:cNvSpPr txBox="1">
            <a:spLocks noGrp="1"/>
          </p:cNvSpPr>
          <p:nvPr>
            <p:ph type="subTitle" idx="5"/>
          </p:nvPr>
        </p:nvSpPr>
        <p:spPr>
          <a:xfrm>
            <a:off x="5013252" y="3504500"/>
            <a:ext cx="2967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1" name="Google Shape;241;p20"/>
          <p:cNvSpPr txBox="1">
            <a:spLocks noGrp="1"/>
          </p:cNvSpPr>
          <p:nvPr>
            <p:ph type="subTitle" idx="6"/>
          </p:nvPr>
        </p:nvSpPr>
        <p:spPr>
          <a:xfrm>
            <a:off x="1163725" y="2978600"/>
            <a:ext cx="2967000" cy="5259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a:solidFill>
                  <a:schemeClr val="dk1"/>
                </a:solidFill>
                <a:latin typeface="DM Serif Text"/>
                <a:ea typeface="DM Serif Text"/>
                <a:cs typeface="DM Serif Text"/>
                <a:sym typeface="DM Serif Text"/>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242" name="Google Shape;242;p20"/>
          <p:cNvSpPr txBox="1">
            <a:spLocks noGrp="1"/>
          </p:cNvSpPr>
          <p:nvPr>
            <p:ph type="subTitle" idx="7"/>
          </p:nvPr>
        </p:nvSpPr>
        <p:spPr>
          <a:xfrm>
            <a:off x="5013250" y="1230275"/>
            <a:ext cx="2967000" cy="5259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a:solidFill>
                  <a:schemeClr val="dk1"/>
                </a:solidFill>
                <a:latin typeface="DM Serif Text"/>
                <a:ea typeface="DM Serif Text"/>
                <a:cs typeface="DM Serif Text"/>
                <a:sym typeface="DM Serif Text"/>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243" name="Google Shape;243;p20"/>
          <p:cNvSpPr txBox="1">
            <a:spLocks noGrp="1"/>
          </p:cNvSpPr>
          <p:nvPr>
            <p:ph type="subTitle" idx="8"/>
          </p:nvPr>
        </p:nvSpPr>
        <p:spPr>
          <a:xfrm>
            <a:off x="5013250" y="2978600"/>
            <a:ext cx="2967000" cy="5259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a:solidFill>
                  <a:schemeClr val="dk1"/>
                </a:solidFill>
                <a:latin typeface="DM Serif Text"/>
                <a:ea typeface="DM Serif Text"/>
                <a:cs typeface="DM Serif Text"/>
                <a:sym typeface="DM Serif Text"/>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244" name="Google Shape;244;p20"/>
          <p:cNvSpPr/>
          <p:nvPr/>
        </p:nvSpPr>
        <p:spPr>
          <a:xfrm>
            <a:off x="8428900" y="75"/>
            <a:ext cx="7152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5" name="Google Shape;245;p20"/>
          <p:cNvGrpSpPr/>
          <p:nvPr/>
        </p:nvGrpSpPr>
        <p:grpSpPr>
          <a:xfrm rot="5400000">
            <a:off x="8589425" y="202025"/>
            <a:ext cx="394125" cy="271800"/>
            <a:chOff x="215225" y="4734875"/>
            <a:chExt cx="394125" cy="271800"/>
          </a:xfrm>
        </p:grpSpPr>
        <p:sp>
          <p:nvSpPr>
            <p:cNvPr id="246" name="Google Shape;246;p20"/>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0"/>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 name="Google Shape;248;p20"/>
          <p:cNvGrpSpPr/>
          <p:nvPr/>
        </p:nvGrpSpPr>
        <p:grpSpPr>
          <a:xfrm>
            <a:off x="0" y="-8275"/>
            <a:ext cx="9201825" cy="5153700"/>
            <a:chOff x="0" y="-8275"/>
            <a:chExt cx="9201825" cy="5153700"/>
          </a:xfrm>
        </p:grpSpPr>
        <p:grpSp>
          <p:nvGrpSpPr>
            <p:cNvPr id="249" name="Google Shape;249;p20"/>
            <p:cNvGrpSpPr/>
            <p:nvPr/>
          </p:nvGrpSpPr>
          <p:grpSpPr>
            <a:xfrm>
              <a:off x="0" y="4897525"/>
              <a:ext cx="9201825" cy="0"/>
              <a:chOff x="0" y="4897525"/>
              <a:chExt cx="9201825" cy="0"/>
            </a:xfrm>
          </p:grpSpPr>
          <p:cxnSp>
            <p:nvCxnSpPr>
              <p:cNvPr id="250" name="Google Shape;250;p20"/>
              <p:cNvCxnSpPr/>
              <p:nvPr/>
            </p:nvCxnSpPr>
            <p:spPr>
              <a:xfrm>
                <a:off x="0" y="4897525"/>
                <a:ext cx="8445600" cy="0"/>
              </a:xfrm>
              <a:prstGeom prst="straightConnector1">
                <a:avLst/>
              </a:prstGeom>
              <a:noFill/>
              <a:ln w="9525" cap="flat" cmpd="sng">
                <a:solidFill>
                  <a:schemeClr val="dk1"/>
                </a:solidFill>
                <a:prstDash val="solid"/>
                <a:round/>
                <a:headEnd type="none" w="med" len="med"/>
                <a:tailEnd type="none" w="med" len="med"/>
              </a:ln>
            </p:spPr>
          </p:cxnSp>
          <p:cxnSp>
            <p:nvCxnSpPr>
              <p:cNvPr id="251" name="Google Shape;251;p20"/>
              <p:cNvCxnSpPr/>
              <p:nvPr/>
            </p:nvCxnSpPr>
            <p:spPr>
              <a:xfrm>
                <a:off x="8428125" y="4897525"/>
                <a:ext cx="773700" cy="0"/>
              </a:xfrm>
              <a:prstGeom prst="straightConnector1">
                <a:avLst/>
              </a:prstGeom>
              <a:noFill/>
              <a:ln w="9525" cap="flat" cmpd="sng">
                <a:solidFill>
                  <a:schemeClr val="lt1"/>
                </a:solidFill>
                <a:prstDash val="solid"/>
                <a:round/>
                <a:headEnd type="none" w="med" len="med"/>
                <a:tailEnd type="none" w="med" len="med"/>
              </a:ln>
            </p:spPr>
          </p:cxnSp>
        </p:grpSp>
        <p:cxnSp>
          <p:nvCxnSpPr>
            <p:cNvPr id="252" name="Google Shape;252;p20"/>
            <p:cNvCxnSpPr/>
            <p:nvPr/>
          </p:nvCxnSpPr>
          <p:spPr>
            <a:xfrm rot="10800000">
              <a:off x="343300" y="-8275"/>
              <a:ext cx="0" cy="51537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09"/>
        <p:cNvGrpSpPr/>
        <p:nvPr/>
      </p:nvGrpSpPr>
      <p:grpSpPr>
        <a:xfrm>
          <a:off x="0" y="0"/>
          <a:ext cx="0" cy="0"/>
          <a:chOff x="0" y="0"/>
          <a:chExt cx="0" cy="0"/>
        </a:xfrm>
      </p:grpSpPr>
      <p:pic>
        <p:nvPicPr>
          <p:cNvPr id="310" name="Google Shape;310;p25"/>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311" name="Google Shape;311;p25"/>
          <p:cNvSpPr/>
          <p:nvPr/>
        </p:nvSpPr>
        <p:spPr>
          <a:xfrm>
            <a:off x="-125" y="-11925"/>
            <a:ext cx="9144000" cy="546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2" name="Google Shape;312;p25"/>
          <p:cNvGrpSpPr/>
          <p:nvPr/>
        </p:nvGrpSpPr>
        <p:grpSpPr>
          <a:xfrm>
            <a:off x="0" y="-14925"/>
            <a:ext cx="9151800" cy="5158500"/>
            <a:chOff x="0" y="-14925"/>
            <a:chExt cx="9151800" cy="5158500"/>
          </a:xfrm>
        </p:grpSpPr>
        <p:cxnSp>
          <p:nvCxnSpPr>
            <p:cNvPr id="313" name="Google Shape;313;p25"/>
            <p:cNvCxnSpPr/>
            <p:nvPr/>
          </p:nvCxnSpPr>
          <p:spPr>
            <a:xfrm>
              <a:off x="0" y="4897525"/>
              <a:ext cx="9151800" cy="0"/>
            </a:xfrm>
            <a:prstGeom prst="straightConnector1">
              <a:avLst/>
            </a:prstGeom>
            <a:noFill/>
            <a:ln w="9525" cap="flat" cmpd="sng">
              <a:solidFill>
                <a:schemeClr val="dk1"/>
              </a:solidFill>
              <a:prstDash val="solid"/>
              <a:round/>
              <a:headEnd type="none" w="med" len="med"/>
              <a:tailEnd type="none" w="med" len="med"/>
            </a:ln>
          </p:spPr>
        </p:cxnSp>
        <p:cxnSp>
          <p:nvCxnSpPr>
            <p:cNvPr id="314" name="Google Shape;314;p25"/>
            <p:cNvCxnSpPr/>
            <p:nvPr/>
          </p:nvCxnSpPr>
          <p:spPr>
            <a:xfrm rot="10800000">
              <a:off x="343050" y="533475"/>
              <a:ext cx="0" cy="4610100"/>
            </a:xfrm>
            <a:prstGeom prst="straightConnector1">
              <a:avLst/>
            </a:prstGeom>
            <a:noFill/>
            <a:ln w="9525" cap="flat" cmpd="sng">
              <a:solidFill>
                <a:schemeClr val="dk1"/>
              </a:solidFill>
              <a:prstDash val="solid"/>
              <a:round/>
              <a:headEnd type="none" w="med" len="med"/>
              <a:tailEnd type="none" w="med" len="med"/>
            </a:ln>
          </p:spPr>
        </p:cxnSp>
        <p:cxnSp>
          <p:nvCxnSpPr>
            <p:cNvPr id="315" name="Google Shape;315;p25"/>
            <p:cNvCxnSpPr/>
            <p:nvPr/>
          </p:nvCxnSpPr>
          <p:spPr>
            <a:xfrm rot="10800000">
              <a:off x="343050" y="-14925"/>
              <a:ext cx="0" cy="549300"/>
            </a:xfrm>
            <a:prstGeom prst="straightConnector1">
              <a:avLst/>
            </a:prstGeom>
            <a:noFill/>
            <a:ln w="9525" cap="flat" cmpd="sng">
              <a:solidFill>
                <a:schemeClr val="lt1"/>
              </a:solidFill>
              <a:prstDash val="solid"/>
              <a:round/>
              <a:headEnd type="none" w="med" len="med"/>
              <a:tailEnd type="none" w="med" len="med"/>
            </a:ln>
          </p:spPr>
        </p:cxnSp>
      </p:grpSp>
      <p:grpSp>
        <p:nvGrpSpPr>
          <p:cNvPr id="316" name="Google Shape;316;p25"/>
          <p:cNvGrpSpPr/>
          <p:nvPr/>
        </p:nvGrpSpPr>
        <p:grpSpPr>
          <a:xfrm>
            <a:off x="8603888" y="123825"/>
            <a:ext cx="394125" cy="271800"/>
            <a:chOff x="215225" y="4734875"/>
            <a:chExt cx="394125" cy="271800"/>
          </a:xfrm>
        </p:grpSpPr>
        <p:sp>
          <p:nvSpPr>
            <p:cNvPr id="317" name="Google Shape;317;p25"/>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5"/>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319"/>
        <p:cNvGrpSpPr/>
        <p:nvPr/>
      </p:nvGrpSpPr>
      <p:grpSpPr>
        <a:xfrm>
          <a:off x="0" y="0"/>
          <a:ext cx="0" cy="0"/>
          <a:chOff x="0" y="0"/>
          <a:chExt cx="0" cy="0"/>
        </a:xfrm>
      </p:grpSpPr>
      <p:pic>
        <p:nvPicPr>
          <p:cNvPr id="320" name="Google Shape;320;p26"/>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321" name="Google Shape;321;p26"/>
          <p:cNvSpPr/>
          <p:nvPr/>
        </p:nvSpPr>
        <p:spPr>
          <a:xfrm>
            <a:off x="8428900" y="75"/>
            <a:ext cx="7152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2" name="Google Shape;322;p26"/>
          <p:cNvGrpSpPr/>
          <p:nvPr/>
        </p:nvGrpSpPr>
        <p:grpSpPr>
          <a:xfrm rot="5400000">
            <a:off x="8589425" y="4564550"/>
            <a:ext cx="394125" cy="271800"/>
            <a:chOff x="215225" y="4734875"/>
            <a:chExt cx="394125" cy="271800"/>
          </a:xfrm>
        </p:grpSpPr>
        <p:sp>
          <p:nvSpPr>
            <p:cNvPr id="323" name="Google Shape;323;p26"/>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6"/>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5" name="Google Shape;325;p26"/>
          <p:cNvGrpSpPr/>
          <p:nvPr/>
        </p:nvGrpSpPr>
        <p:grpSpPr>
          <a:xfrm>
            <a:off x="0" y="-8275"/>
            <a:ext cx="9152325" cy="5153700"/>
            <a:chOff x="0" y="-8275"/>
            <a:chExt cx="9152325" cy="5153700"/>
          </a:xfrm>
        </p:grpSpPr>
        <p:cxnSp>
          <p:nvCxnSpPr>
            <p:cNvPr id="326" name="Google Shape;326;p26"/>
            <p:cNvCxnSpPr/>
            <p:nvPr/>
          </p:nvCxnSpPr>
          <p:spPr>
            <a:xfrm>
              <a:off x="0" y="251525"/>
              <a:ext cx="8445600" cy="0"/>
            </a:xfrm>
            <a:prstGeom prst="straightConnector1">
              <a:avLst/>
            </a:prstGeom>
            <a:noFill/>
            <a:ln w="9525" cap="flat" cmpd="sng">
              <a:solidFill>
                <a:schemeClr val="dk1"/>
              </a:solidFill>
              <a:prstDash val="solid"/>
              <a:round/>
              <a:headEnd type="none" w="med" len="med"/>
              <a:tailEnd type="none" w="med" len="med"/>
            </a:ln>
          </p:spPr>
        </p:cxnSp>
        <p:cxnSp>
          <p:nvCxnSpPr>
            <p:cNvPr id="327" name="Google Shape;327;p26"/>
            <p:cNvCxnSpPr/>
            <p:nvPr/>
          </p:nvCxnSpPr>
          <p:spPr>
            <a:xfrm>
              <a:off x="8428125" y="251525"/>
              <a:ext cx="724200" cy="0"/>
            </a:xfrm>
            <a:prstGeom prst="straightConnector1">
              <a:avLst/>
            </a:prstGeom>
            <a:noFill/>
            <a:ln w="9525" cap="flat" cmpd="sng">
              <a:solidFill>
                <a:schemeClr val="lt1"/>
              </a:solidFill>
              <a:prstDash val="solid"/>
              <a:round/>
              <a:headEnd type="none" w="med" len="med"/>
              <a:tailEnd type="none" w="med" len="med"/>
            </a:ln>
          </p:spPr>
        </p:cxnSp>
        <p:cxnSp>
          <p:nvCxnSpPr>
            <p:cNvPr id="328" name="Google Shape;328;p26"/>
            <p:cNvCxnSpPr/>
            <p:nvPr/>
          </p:nvCxnSpPr>
          <p:spPr>
            <a:xfrm rot="10800000">
              <a:off x="343300" y="-8275"/>
              <a:ext cx="0" cy="51537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DM Serif Text"/>
              <a:buNone/>
              <a:defRPr sz="3000">
                <a:solidFill>
                  <a:schemeClr val="dk1"/>
                </a:solidFill>
                <a:latin typeface="DM Serif Text"/>
                <a:ea typeface="DM Serif Text"/>
                <a:cs typeface="DM Serif Text"/>
                <a:sym typeface="DM Serif Text"/>
              </a:defRPr>
            </a:lvl1pPr>
            <a:lvl2pPr lvl="1" rtl="0">
              <a:spcBef>
                <a:spcPts val="0"/>
              </a:spcBef>
              <a:spcAft>
                <a:spcPts val="0"/>
              </a:spcAft>
              <a:buClr>
                <a:schemeClr val="dk1"/>
              </a:buClr>
              <a:buSzPts val="3500"/>
              <a:buFont typeface="DM Serif Text"/>
              <a:buNone/>
              <a:defRPr sz="3500">
                <a:solidFill>
                  <a:schemeClr val="dk1"/>
                </a:solidFill>
                <a:latin typeface="DM Serif Text"/>
                <a:ea typeface="DM Serif Text"/>
                <a:cs typeface="DM Serif Text"/>
                <a:sym typeface="DM Serif Text"/>
              </a:defRPr>
            </a:lvl2pPr>
            <a:lvl3pPr lvl="2" rtl="0">
              <a:spcBef>
                <a:spcPts val="0"/>
              </a:spcBef>
              <a:spcAft>
                <a:spcPts val="0"/>
              </a:spcAft>
              <a:buClr>
                <a:schemeClr val="dk1"/>
              </a:buClr>
              <a:buSzPts val="3500"/>
              <a:buFont typeface="DM Serif Text"/>
              <a:buNone/>
              <a:defRPr sz="3500">
                <a:solidFill>
                  <a:schemeClr val="dk1"/>
                </a:solidFill>
                <a:latin typeface="DM Serif Text"/>
                <a:ea typeface="DM Serif Text"/>
                <a:cs typeface="DM Serif Text"/>
                <a:sym typeface="DM Serif Text"/>
              </a:defRPr>
            </a:lvl3pPr>
            <a:lvl4pPr lvl="3" rtl="0">
              <a:spcBef>
                <a:spcPts val="0"/>
              </a:spcBef>
              <a:spcAft>
                <a:spcPts val="0"/>
              </a:spcAft>
              <a:buClr>
                <a:schemeClr val="dk1"/>
              </a:buClr>
              <a:buSzPts val="3500"/>
              <a:buFont typeface="DM Serif Text"/>
              <a:buNone/>
              <a:defRPr sz="3500">
                <a:solidFill>
                  <a:schemeClr val="dk1"/>
                </a:solidFill>
                <a:latin typeface="DM Serif Text"/>
                <a:ea typeface="DM Serif Text"/>
                <a:cs typeface="DM Serif Text"/>
                <a:sym typeface="DM Serif Text"/>
              </a:defRPr>
            </a:lvl4pPr>
            <a:lvl5pPr lvl="4" rtl="0">
              <a:spcBef>
                <a:spcPts val="0"/>
              </a:spcBef>
              <a:spcAft>
                <a:spcPts val="0"/>
              </a:spcAft>
              <a:buClr>
                <a:schemeClr val="dk1"/>
              </a:buClr>
              <a:buSzPts val="3500"/>
              <a:buFont typeface="DM Serif Text"/>
              <a:buNone/>
              <a:defRPr sz="3500">
                <a:solidFill>
                  <a:schemeClr val="dk1"/>
                </a:solidFill>
                <a:latin typeface="DM Serif Text"/>
                <a:ea typeface="DM Serif Text"/>
                <a:cs typeface="DM Serif Text"/>
                <a:sym typeface="DM Serif Text"/>
              </a:defRPr>
            </a:lvl5pPr>
            <a:lvl6pPr lvl="5" rtl="0">
              <a:spcBef>
                <a:spcPts val="0"/>
              </a:spcBef>
              <a:spcAft>
                <a:spcPts val="0"/>
              </a:spcAft>
              <a:buClr>
                <a:schemeClr val="dk1"/>
              </a:buClr>
              <a:buSzPts val="3500"/>
              <a:buFont typeface="DM Serif Text"/>
              <a:buNone/>
              <a:defRPr sz="3500">
                <a:solidFill>
                  <a:schemeClr val="dk1"/>
                </a:solidFill>
                <a:latin typeface="DM Serif Text"/>
                <a:ea typeface="DM Serif Text"/>
                <a:cs typeface="DM Serif Text"/>
                <a:sym typeface="DM Serif Text"/>
              </a:defRPr>
            </a:lvl6pPr>
            <a:lvl7pPr lvl="6" rtl="0">
              <a:spcBef>
                <a:spcPts val="0"/>
              </a:spcBef>
              <a:spcAft>
                <a:spcPts val="0"/>
              </a:spcAft>
              <a:buClr>
                <a:schemeClr val="dk1"/>
              </a:buClr>
              <a:buSzPts val="3500"/>
              <a:buFont typeface="DM Serif Text"/>
              <a:buNone/>
              <a:defRPr sz="3500">
                <a:solidFill>
                  <a:schemeClr val="dk1"/>
                </a:solidFill>
                <a:latin typeface="DM Serif Text"/>
                <a:ea typeface="DM Serif Text"/>
                <a:cs typeface="DM Serif Text"/>
                <a:sym typeface="DM Serif Text"/>
              </a:defRPr>
            </a:lvl7pPr>
            <a:lvl8pPr lvl="7" rtl="0">
              <a:spcBef>
                <a:spcPts val="0"/>
              </a:spcBef>
              <a:spcAft>
                <a:spcPts val="0"/>
              </a:spcAft>
              <a:buClr>
                <a:schemeClr val="dk1"/>
              </a:buClr>
              <a:buSzPts val="3500"/>
              <a:buFont typeface="DM Serif Text"/>
              <a:buNone/>
              <a:defRPr sz="3500">
                <a:solidFill>
                  <a:schemeClr val="dk1"/>
                </a:solidFill>
                <a:latin typeface="DM Serif Text"/>
                <a:ea typeface="DM Serif Text"/>
                <a:cs typeface="DM Serif Text"/>
                <a:sym typeface="DM Serif Text"/>
              </a:defRPr>
            </a:lvl8pPr>
            <a:lvl9pPr lvl="8" rtl="0">
              <a:spcBef>
                <a:spcPts val="0"/>
              </a:spcBef>
              <a:spcAft>
                <a:spcPts val="0"/>
              </a:spcAft>
              <a:buClr>
                <a:schemeClr val="dk1"/>
              </a:buClr>
              <a:buSzPts val="3500"/>
              <a:buFont typeface="DM Serif Text"/>
              <a:buNone/>
              <a:defRPr sz="3500">
                <a:solidFill>
                  <a:schemeClr val="dk1"/>
                </a:solidFill>
                <a:latin typeface="DM Serif Text"/>
                <a:ea typeface="DM Serif Text"/>
                <a:cs typeface="DM Serif Text"/>
                <a:sym typeface="DM Serif Text"/>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1pPr>
            <a:lvl2pPr marL="914400" lvl="1"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2pPr>
            <a:lvl3pPr marL="1371600" lvl="2"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3pPr>
            <a:lvl4pPr marL="1828800" lvl="3"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4pPr>
            <a:lvl5pPr marL="2286000" lvl="4"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5pPr>
            <a:lvl6pPr marL="2743200" lvl="5"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6pPr>
            <a:lvl7pPr marL="3200400" lvl="6"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7pPr>
            <a:lvl8pPr marL="3657600" lvl="7"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8pPr>
            <a:lvl9pPr marL="4114800" lvl="8"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2" r:id="rId11"/>
    <p:sldLayoutId id="2147483666" r:id="rId12"/>
    <p:sldLayoutId id="2147483671" r:id="rId13"/>
    <p:sldLayoutId id="2147483672"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8" Type="http://schemas.openxmlformats.org/officeDocument/2006/relationships/hyperlink" Target="#_Toc215215975"/><Relationship Id="rId3" Type="http://schemas.openxmlformats.org/officeDocument/2006/relationships/hyperlink" Target="#_Toc215215969"/><Relationship Id="rId7" Type="http://schemas.openxmlformats.org/officeDocument/2006/relationships/hyperlink" Target="#_Toc215215973"/><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hyperlink" Target="#_Toc215215972"/><Relationship Id="rId5" Type="http://schemas.openxmlformats.org/officeDocument/2006/relationships/hyperlink" Target="#_Toc215215971"/><Relationship Id="rId10" Type="http://schemas.openxmlformats.org/officeDocument/2006/relationships/hyperlink" Target="#_Toc215215977"/><Relationship Id="rId4" Type="http://schemas.openxmlformats.org/officeDocument/2006/relationships/hyperlink" Target="#_Toc215215970"/><Relationship Id="rId9" Type="http://schemas.openxmlformats.org/officeDocument/2006/relationships/hyperlink" Target="#_Toc215215976"/></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1.xml"/><Relationship Id="rId1" Type="http://schemas.openxmlformats.org/officeDocument/2006/relationships/video" Target="https://www.youtube.com/embed/CkDyChI_-L4?feature=oembed" TargetMode="Externa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cxnSp>
        <p:nvCxnSpPr>
          <p:cNvPr id="339" name="Google Shape;339;p30"/>
          <p:cNvCxnSpPr/>
          <p:nvPr/>
        </p:nvCxnSpPr>
        <p:spPr>
          <a:xfrm>
            <a:off x="-286075" y="3152400"/>
            <a:ext cx="9896700" cy="0"/>
          </a:xfrm>
          <a:prstGeom prst="straightConnector1">
            <a:avLst/>
          </a:prstGeom>
          <a:noFill/>
          <a:ln w="9525" cap="flat" cmpd="sng">
            <a:solidFill>
              <a:schemeClr val="dk1"/>
            </a:solidFill>
            <a:prstDash val="solid"/>
            <a:round/>
            <a:headEnd type="none" w="med" len="med"/>
            <a:tailEnd type="none" w="med" len="med"/>
          </a:ln>
        </p:spPr>
      </p:cxnSp>
      <p:sp>
        <p:nvSpPr>
          <p:cNvPr id="340" name="Google Shape;340;p30"/>
          <p:cNvSpPr txBox="1">
            <a:spLocks noGrp="1"/>
          </p:cNvSpPr>
          <p:nvPr>
            <p:ph type="ctrTitle"/>
          </p:nvPr>
        </p:nvSpPr>
        <p:spPr>
          <a:xfrm>
            <a:off x="715100" y="1012438"/>
            <a:ext cx="6251100" cy="1570800"/>
          </a:xfrm>
          <a:prstGeom prst="rect">
            <a:avLst/>
          </a:prstGeom>
        </p:spPr>
        <p:txBody>
          <a:bodyPr spcFirstLastPara="1" wrap="square" lIns="91425" tIns="91425" rIns="91425" bIns="91425" anchor="b" anchorCtr="0">
            <a:noAutofit/>
          </a:bodyPr>
          <a:lstStyle/>
          <a:p>
            <a:r>
              <a:rPr lang="en-US" b="1" dirty="0"/>
              <a:t>HƯỚNG DẪN NÂNG CAO VÀ PHÂN TÍCH DỊCH VỤ BITWARDEN</a:t>
            </a:r>
            <a:endParaRPr lang="vi-VN" dirty="0"/>
          </a:p>
        </p:txBody>
      </p:sp>
      <p:sp>
        <p:nvSpPr>
          <p:cNvPr id="341" name="Google Shape;341;p30"/>
          <p:cNvSpPr txBox="1">
            <a:spLocks noGrp="1"/>
          </p:cNvSpPr>
          <p:nvPr>
            <p:ph type="subTitle" idx="1"/>
          </p:nvPr>
        </p:nvSpPr>
        <p:spPr>
          <a:xfrm>
            <a:off x="4572000" y="3721563"/>
            <a:ext cx="3856800" cy="4095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US" dirty="0" err="1"/>
              <a:t>Nền</a:t>
            </a:r>
            <a:r>
              <a:rPr lang="en-US" dirty="0"/>
              <a:t> </a:t>
            </a:r>
            <a:r>
              <a:rPr lang="en-US" dirty="0" err="1"/>
              <a:t>tảng</a:t>
            </a:r>
            <a:r>
              <a:rPr lang="en-US" dirty="0"/>
              <a:t> </a:t>
            </a:r>
            <a:r>
              <a:rPr lang="en-US" dirty="0" err="1"/>
              <a:t>công</a:t>
            </a:r>
            <a:r>
              <a:rPr lang="en-US" dirty="0"/>
              <a:t> </a:t>
            </a:r>
            <a:r>
              <a:rPr lang="en-US" dirty="0" err="1"/>
              <a:t>nghệ</a:t>
            </a:r>
            <a:r>
              <a:rPr lang="en-US" dirty="0"/>
              <a:t> </a:t>
            </a:r>
            <a:r>
              <a:rPr lang="en-US" dirty="0" err="1"/>
              <a:t>số</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80" name="Google Shape;380;p34"/>
          <p:cNvSpPr txBox="1">
            <a:spLocks noGrp="1"/>
          </p:cNvSpPr>
          <p:nvPr>
            <p:ph type="body" idx="1"/>
          </p:nvPr>
        </p:nvSpPr>
        <p:spPr>
          <a:xfrm>
            <a:off x="484063" y="1121230"/>
            <a:ext cx="3852000" cy="2485200"/>
          </a:xfrm>
          <a:prstGeom prst="rect">
            <a:avLst/>
          </a:prstGeom>
        </p:spPr>
        <p:txBody>
          <a:bodyPr spcFirstLastPara="1" wrap="square" lIns="91425" tIns="91425" rIns="91425" bIns="91425" anchor="t" anchorCtr="0">
            <a:noAutofit/>
          </a:bodyPr>
          <a:lstStyle/>
          <a:p>
            <a:pPr marL="139700" indent="0">
              <a:buNone/>
            </a:pPr>
            <a:r>
              <a:rPr lang="vi-VN" dirty="0"/>
              <a:t>Trong kỷ nguyên số, khi hầu hết các hoạt động học tập, làm việc và giải trí đều gắn liền với môi trường trực tuyến, vấn đề bảo mật tài khoản cá nhân</a:t>
            </a:r>
            <a:r>
              <a:rPr lang="en-US" dirty="0"/>
              <a:t> </a:t>
            </a:r>
            <a:r>
              <a:rPr lang="en-US" dirty="0" err="1"/>
              <a:t>cũng</a:t>
            </a:r>
            <a:r>
              <a:rPr lang="en-US" dirty="0"/>
              <a:t> </a:t>
            </a:r>
            <a:r>
              <a:rPr lang="en-US" dirty="0" err="1"/>
              <a:t>vì</a:t>
            </a:r>
            <a:r>
              <a:rPr lang="en-US" dirty="0"/>
              <a:t> </a:t>
            </a:r>
            <a:r>
              <a:rPr lang="en-US" dirty="0" err="1"/>
              <a:t>thế</a:t>
            </a:r>
            <a:r>
              <a:rPr lang="en-US" dirty="0"/>
              <a:t> </a:t>
            </a:r>
            <a:r>
              <a:rPr lang="en-US" dirty="0" err="1"/>
              <a:t>mà</a:t>
            </a:r>
            <a:r>
              <a:rPr lang="en-US" dirty="0"/>
              <a:t> </a:t>
            </a:r>
            <a:r>
              <a:rPr lang="vi-VN" dirty="0"/>
              <a:t> ngày càng được quan tâm. Mặc dù nhiều hình thức xác thực mới như sinh trắc học hay mã thông báo đang được phát triển, mật khẩu vẫn là phương thức xác thực phổ biến và được sử dụng rộng rãi nhất trên </a:t>
            </a:r>
            <a:r>
              <a:rPr lang="vi-VN" dirty="0" err="1"/>
              <a:t>Internet</a:t>
            </a:r>
            <a:r>
              <a:rPr lang="vi-VN" dirty="0"/>
              <a:t> hiện nay.</a:t>
            </a:r>
          </a:p>
        </p:txBody>
      </p:sp>
      <p:pic>
        <p:nvPicPr>
          <p:cNvPr id="1026" name="Picture 2" descr="Enhancing Online Security: Fundamental Practices for the Modern Internet  User">
            <a:extLst>
              <a:ext uri="{FF2B5EF4-FFF2-40B4-BE49-F238E27FC236}">
                <a16:creationId xmlns:a16="http://schemas.microsoft.com/office/drawing/2014/main" id="{1773A40B-1D67-848E-BD8A-963FFC84E8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7938" y="1025611"/>
            <a:ext cx="3437860" cy="2485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cxnSp>
        <p:nvCxnSpPr>
          <p:cNvPr id="446" name="Google Shape;446;p40"/>
          <p:cNvCxnSpPr/>
          <p:nvPr/>
        </p:nvCxnSpPr>
        <p:spPr>
          <a:xfrm>
            <a:off x="-286075" y="1009275"/>
            <a:ext cx="9896700" cy="0"/>
          </a:xfrm>
          <a:prstGeom prst="straightConnector1">
            <a:avLst/>
          </a:prstGeom>
          <a:noFill/>
          <a:ln w="9525" cap="flat" cmpd="sng">
            <a:solidFill>
              <a:schemeClr val="lt1"/>
            </a:solidFill>
            <a:prstDash val="solid"/>
            <a:round/>
            <a:headEnd type="none" w="med" len="med"/>
            <a:tailEnd type="none" w="med" len="med"/>
          </a:ln>
        </p:spPr>
      </p:cxnSp>
      <p:sp>
        <p:nvSpPr>
          <p:cNvPr id="447" name="Google Shape;447;p40"/>
          <p:cNvSpPr txBox="1">
            <a:spLocks noGrp="1"/>
          </p:cNvSpPr>
          <p:nvPr>
            <p:ph type="subTitle" idx="1"/>
          </p:nvPr>
        </p:nvSpPr>
        <p:spPr>
          <a:xfrm>
            <a:off x="1423058" y="2122000"/>
            <a:ext cx="5822100" cy="713400"/>
          </a:xfrm>
          <a:prstGeom prst="rect">
            <a:avLst/>
          </a:prstGeom>
        </p:spPr>
        <p:txBody>
          <a:bodyPr spcFirstLastPara="1" wrap="square" lIns="91425" tIns="91425" rIns="91425" bIns="91425" anchor="t" anchorCtr="0">
            <a:noAutofit/>
          </a:bodyPr>
          <a:lstStyle/>
          <a:p>
            <a:pPr marL="0" lvl="0" indent="0"/>
            <a:r>
              <a:rPr lang="vi-VN" dirty="0"/>
              <a:t>Trong thời đại mật khẩu ngày càng phức tạp, an ninh càng</a:t>
            </a:r>
            <a:r>
              <a:rPr lang="en-US" dirty="0"/>
              <a:t> </a:t>
            </a:r>
            <a:r>
              <a:rPr lang="vi-VN" dirty="0"/>
              <a:t>cần được chú trọng, chúng ta nên tin vào trí nhớ và thói quen của bản thân hay đặt niềm tin vào một công cụ quản lý mật khẩu?</a:t>
            </a:r>
            <a:endParaRPr dirty="0"/>
          </a:p>
        </p:txBody>
      </p:sp>
      <p:sp>
        <p:nvSpPr>
          <p:cNvPr id="448" name="Google Shape;448;p40"/>
          <p:cNvSpPr txBox="1">
            <a:spLocks noGrp="1"/>
          </p:cNvSpPr>
          <p:nvPr>
            <p:ph type="title"/>
          </p:nvPr>
        </p:nvSpPr>
        <p:spPr>
          <a:xfrm>
            <a:off x="1519701" y="-662"/>
            <a:ext cx="5822100" cy="124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VN" sz="5400" dirty="0"/>
              <a:t>C</a:t>
            </a:r>
            <a:r>
              <a:rPr lang="en" sz="5400" dirty="0"/>
              <a:t>âu hỏi</a:t>
            </a:r>
            <a:endParaRPr sz="5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cxnSp>
        <p:nvCxnSpPr>
          <p:cNvPr id="453" name="Google Shape;453;p41"/>
          <p:cNvCxnSpPr/>
          <p:nvPr/>
        </p:nvCxnSpPr>
        <p:spPr>
          <a:xfrm>
            <a:off x="0" y="2591375"/>
            <a:ext cx="9151800" cy="0"/>
          </a:xfrm>
          <a:prstGeom prst="straightConnector1">
            <a:avLst/>
          </a:prstGeom>
          <a:noFill/>
          <a:ln w="9525" cap="flat" cmpd="sng">
            <a:solidFill>
              <a:schemeClr val="dk1"/>
            </a:solidFill>
            <a:prstDash val="solid"/>
            <a:round/>
            <a:headEnd type="none" w="med" len="med"/>
            <a:tailEnd type="none" w="med" len="med"/>
          </a:ln>
        </p:spPr>
      </p:cxnSp>
      <p:sp>
        <p:nvSpPr>
          <p:cNvPr id="454" name="Google Shape;454;p41"/>
          <p:cNvSpPr txBox="1">
            <a:spLocks noGrp="1"/>
          </p:cNvSpPr>
          <p:nvPr>
            <p:ph type="title"/>
          </p:nvPr>
        </p:nvSpPr>
        <p:spPr>
          <a:xfrm>
            <a:off x="887950" y="1339775"/>
            <a:ext cx="3309900" cy="1099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t>Chủ đề dự án</a:t>
            </a:r>
            <a:endParaRPr dirty="0"/>
          </a:p>
        </p:txBody>
      </p:sp>
      <p:sp>
        <p:nvSpPr>
          <p:cNvPr id="456" name="Google Shape;456;p41"/>
          <p:cNvSpPr txBox="1">
            <a:spLocks noGrp="1"/>
          </p:cNvSpPr>
          <p:nvPr>
            <p:ph type="subTitle" idx="1"/>
          </p:nvPr>
        </p:nvSpPr>
        <p:spPr>
          <a:xfrm>
            <a:off x="887950" y="2799325"/>
            <a:ext cx="3309900" cy="1004400"/>
          </a:xfrm>
          <a:prstGeom prst="rect">
            <a:avLst/>
          </a:prstGeom>
        </p:spPr>
        <p:txBody>
          <a:bodyPr spcFirstLastPara="1" wrap="square" lIns="91425" tIns="91425" rIns="91425" bIns="91425" anchor="t" anchorCtr="0">
            <a:noAutofit/>
          </a:bodyPr>
          <a:lstStyle/>
          <a:p>
            <a:pPr marL="0" lvl="0" indent="0"/>
            <a:r>
              <a:rPr lang="vi-VN" dirty="0"/>
              <a:t>Dự án này tập trung vào trình quản lý mật khẩu </a:t>
            </a:r>
            <a:r>
              <a:rPr lang="vi-VN" dirty="0" err="1"/>
              <a:t>Bitwarden</a:t>
            </a:r>
            <a:r>
              <a:rPr lang="vi-VN" dirty="0"/>
              <a:t>, một trong những trình quản lý mật khẩu mã nguồn mở được sử dụng rộng rãi hiện nay</a:t>
            </a:r>
            <a:endParaRPr dirty="0"/>
          </a:p>
        </p:txBody>
      </p:sp>
      <p:pic>
        <p:nvPicPr>
          <p:cNvPr id="2052" name="Picture 4" descr="Bitwarden, The Story Of A Password Manager | by Alexandru Teodorovici |  Medium">
            <a:extLst>
              <a:ext uri="{FF2B5EF4-FFF2-40B4-BE49-F238E27FC236}">
                <a16:creationId xmlns:a16="http://schemas.microsoft.com/office/drawing/2014/main" id="{A2732428-870A-3433-C3BB-46A61C87D5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747" y="1544846"/>
            <a:ext cx="4517756" cy="225887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6" name="Hộp Văn bản 5">
            <a:extLst>
              <a:ext uri="{FF2B5EF4-FFF2-40B4-BE49-F238E27FC236}">
                <a16:creationId xmlns:a16="http://schemas.microsoft.com/office/drawing/2014/main" id="{9CD4DA3D-6149-F950-E0AB-CB5F3B860334}"/>
              </a:ext>
            </a:extLst>
          </p:cNvPr>
          <p:cNvSpPr txBox="1"/>
          <p:nvPr/>
        </p:nvSpPr>
        <p:spPr>
          <a:xfrm>
            <a:off x="631903" y="1445570"/>
            <a:ext cx="1628078" cy="307777"/>
          </a:xfrm>
          <a:prstGeom prst="rect">
            <a:avLst/>
          </a:prstGeom>
          <a:noFill/>
        </p:spPr>
        <p:txBody>
          <a:bodyPr wrap="square" rtlCol="0">
            <a:spAutoFit/>
          </a:bodyPr>
          <a:lstStyle/>
          <a:p>
            <a:r>
              <a:rPr lang="vi-VN" dirty="0"/>
              <a:t>Tính năng cơ bản</a:t>
            </a:r>
          </a:p>
        </p:txBody>
      </p:sp>
      <p:sp>
        <p:nvSpPr>
          <p:cNvPr id="7" name="Rectangle 1">
            <a:extLst>
              <a:ext uri="{FF2B5EF4-FFF2-40B4-BE49-F238E27FC236}">
                <a16:creationId xmlns:a16="http://schemas.microsoft.com/office/drawing/2014/main" id="{78898262-1F16-0660-EB91-D286D3388976}"/>
              </a:ext>
            </a:extLst>
          </p:cNvPr>
          <p:cNvSpPr>
            <a:spLocks noChangeArrowheads="1"/>
          </p:cNvSpPr>
          <p:nvPr/>
        </p:nvSpPr>
        <p:spPr bwMode="auto">
          <a:xfrm>
            <a:off x="2261111" y="1431565"/>
            <a:ext cx="4689104" cy="1092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914400" algn="l"/>
                <a:tab pos="5667375" algn="r"/>
              </a:tabLst>
              <a:defRPr>
                <a:solidFill>
                  <a:schemeClr val="tx1"/>
                </a:solidFill>
                <a:latin typeface="Arial" panose="020B0604020202020204" pitchFamily="34" charset="0"/>
              </a:defRPr>
            </a:lvl1pPr>
            <a:lvl2pPr marL="457200" eaLnBrk="0" fontAlgn="base" hangingPunct="0">
              <a:spcBef>
                <a:spcPct val="0"/>
              </a:spcBef>
              <a:spcAft>
                <a:spcPct val="0"/>
              </a:spcAft>
              <a:tabLst>
                <a:tab pos="914400" algn="l"/>
                <a:tab pos="5667375" algn="r"/>
              </a:tabLst>
              <a:defRPr>
                <a:solidFill>
                  <a:schemeClr val="tx1"/>
                </a:solidFill>
                <a:latin typeface="Arial" panose="020B0604020202020204" pitchFamily="34" charset="0"/>
              </a:defRPr>
            </a:lvl2pPr>
            <a:lvl3pPr marL="914400" eaLnBrk="0" fontAlgn="base" hangingPunct="0">
              <a:spcBef>
                <a:spcPct val="0"/>
              </a:spcBef>
              <a:spcAft>
                <a:spcPct val="0"/>
              </a:spcAft>
              <a:tabLst>
                <a:tab pos="914400" algn="l"/>
                <a:tab pos="5667375" algn="r"/>
              </a:tabLst>
              <a:defRPr>
                <a:solidFill>
                  <a:schemeClr val="tx1"/>
                </a:solidFill>
                <a:latin typeface="Arial" panose="020B0604020202020204" pitchFamily="34" charset="0"/>
              </a:defRPr>
            </a:lvl3pPr>
            <a:lvl4pPr marL="1371600" eaLnBrk="0" fontAlgn="base" hangingPunct="0">
              <a:spcBef>
                <a:spcPct val="0"/>
              </a:spcBef>
              <a:spcAft>
                <a:spcPct val="0"/>
              </a:spcAft>
              <a:tabLst>
                <a:tab pos="914400" algn="l"/>
                <a:tab pos="5667375" algn="r"/>
              </a:tabLst>
              <a:defRPr>
                <a:solidFill>
                  <a:schemeClr val="tx1"/>
                </a:solidFill>
                <a:latin typeface="Arial" panose="020B0604020202020204" pitchFamily="34" charset="0"/>
              </a:defRPr>
            </a:lvl4pPr>
            <a:lvl5pPr marL="1828800" eaLnBrk="0" fontAlgn="base" hangingPunct="0">
              <a:spcBef>
                <a:spcPct val="0"/>
              </a:spcBef>
              <a:spcAft>
                <a:spcPct val="0"/>
              </a:spcAft>
              <a:tabLst>
                <a:tab pos="914400" algn="l"/>
                <a:tab pos="5667375" algn="r"/>
              </a:tabLst>
              <a:defRPr>
                <a:solidFill>
                  <a:schemeClr val="tx1"/>
                </a:solidFill>
                <a:latin typeface="Arial" panose="020B0604020202020204" pitchFamily="34" charset="0"/>
              </a:defRPr>
            </a:lvl5pPr>
            <a:lvl6pPr marL="2286000" eaLnBrk="0" fontAlgn="base" hangingPunct="0">
              <a:spcBef>
                <a:spcPct val="0"/>
              </a:spcBef>
              <a:spcAft>
                <a:spcPct val="0"/>
              </a:spcAft>
              <a:tabLst>
                <a:tab pos="914400" algn="l"/>
                <a:tab pos="5667375" algn="r"/>
              </a:tabLst>
              <a:defRPr>
                <a:solidFill>
                  <a:schemeClr val="tx1"/>
                </a:solidFill>
                <a:latin typeface="Arial" panose="020B0604020202020204" pitchFamily="34" charset="0"/>
              </a:defRPr>
            </a:lvl6pPr>
            <a:lvl7pPr marL="2743200" eaLnBrk="0" fontAlgn="base" hangingPunct="0">
              <a:spcBef>
                <a:spcPct val="0"/>
              </a:spcBef>
              <a:spcAft>
                <a:spcPct val="0"/>
              </a:spcAft>
              <a:tabLst>
                <a:tab pos="914400" algn="l"/>
                <a:tab pos="5667375" algn="r"/>
              </a:tabLst>
              <a:defRPr>
                <a:solidFill>
                  <a:schemeClr val="tx1"/>
                </a:solidFill>
                <a:latin typeface="Arial" panose="020B0604020202020204" pitchFamily="34" charset="0"/>
              </a:defRPr>
            </a:lvl7pPr>
            <a:lvl8pPr marL="3200400" eaLnBrk="0" fontAlgn="base" hangingPunct="0">
              <a:spcBef>
                <a:spcPct val="0"/>
              </a:spcBef>
              <a:spcAft>
                <a:spcPct val="0"/>
              </a:spcAft>
              <a:tabLst>
                <a:tab pos="914400" algn="l"/>
                <a:tab pos="5667375" algn="r"/>
              </a:tabLst>
              <a:defRPr>
                <a:solidFill>
                  <a:schemeClr val="tx1"/>
                </a:solidFill>
                <a:latin typeface="Arial" panose="020B0604020202020204" pitchFamily="34" charset="0"/>
              </a:defRPr>
            </a:lvl8pPr>
            <a:lvl9pPr marL="3657600" eaLnBrk="0" fontAlgn="base" hangingPunct="0">
              <a:spcBef>
                <a:spcPct val="0"/>
              </a:spcBef>
              <a:spcAft>
                <a:spcPct val="0"/>
              </a:spcAft>
              <a:tabLst>
                <a:tab pos="914400" algn="l"/>
                <a:tab pos="5667375" algn="r"/>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914400" algn="l"/>
                <a:tab pos="5667375" algn="r"/>
              </a:tabLst>
            </a:pPr>
            <a:r>
              <a:rPr kumimoji="0" lang="vi-VN" altLang="vi-VN" sz="13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3"/>
              </a:rPr>
              <a:t>Store</a:t>
            </a:r>
            <a:r>
              <a:rPr kumimoji="0" lang="vi-VN" altLang="vi-VN" sz="13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3"/>
              </a:rPr>
              <a:t> </a:t>
            </a:r>
            <a:r>
              <a:rPr kumimoji="0" lang="vi-VN" altLang="vi-VN" sz="13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3"/>
              </a:rPr>
              <a:t>and</a:t>
            </a:r>
            <a:r>
              <a:rPr kumimoji="0" lang="vi-VN" altLang="vi-VN" sz="13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3"/>
              </a:rPr>
              <a:t> </a:t>
            </a:r>
            <a:r>
              <a:rPr kumimoji="0" lang="vi-VN" altLang="vi-VN" sz="13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3"/>
              </a:rPr>
              <a:t>Manage</a:t>
            </a:r>
            <a:r>
              <a:rPr kumimoji="0" lang="vi-VN" altLang="vi-VN" sz="13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3"/>
              </a:rPr>
              <a:t> </a:t>
            </a:r>
            <a:r>
              <a:rPr kumimoji="0" lang="vi-VN" altLang="vi-VN" sz="13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3"/>
              </a:rPr>
              <a:t>Passwords</a:t>
            </a:r>
            <a:r>
              <a:rPr kumimoji="0" lang="vi-VN" altLang="vi-VN" sz="13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3"/>
              </a:rPr>
              <a:t> – Lưu và quản lý mật khẩu</a:t>
            </a:r>
            <a:endParaRPr kumimoji="0" lang="vi-VN" altLang="vi-VN"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914400" algn="l"/>
                <a:tab pos="5667375" algn="r"/>
              </a:tabLst>
            </a:pPr>
            <a:r>
              <a:rPr kumimoji="0" lang="vi-VN" altLang="vi-VN" sz="13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4"/>
              </a:rPr>
              <a:t>Password</a:t>
            </a:r>
            <a:r>
              <a:rPr kumimoji="0" lang="vi-VN" altLang="vi-VN" sz="13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4"/>
              </a:rPr>
              <a:t> </a:t>
            </a:r>
            <a:r>
              <a:rPr kumimoji="0" lang="vi-VN" altLang="vi-VN" sz="13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4"/>
              </a:rPr>
              <a:t>Generator</a:t>
            </a:r>
            <a:r>
              <a:rPr kumimoji="0" lang="vi-VN" altLang="vi-VN" sz="13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4"/>
              </a:rPr>
              <a:t> – Tạo mật khẩu ngẫu nhiên</a:t>
            </a:r>
            <a:endParaRPr kumimoji="0" lang="vi-VN" altLang="vi-VN"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914400" algn="l"/>
                <a:tab pos="5667375" algn="r"/>
              </a:tabLst>
            </a:pPr>
            <a:r>
              <a:rPr kumimoji="0" lang="vi-VN" altLang="vi-VN" sz="13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5"/>
              </a:rPr>
              <a:t>Auto-fill</a:t>
            </a:r>
            <a:r>
              <a:rPr kumimoji="0" lang="vi-VN" altLang="vi-VN" sz="13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5"/>
              </a:rPr>
              <a:t> </a:t>
            </a:r>
            <a:r>
              <a:rPr kumimoji="0" lang="vi-VN" altLang="vi-VN" sz="13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5"/>
              </a:rPr>
              <a:t>Passwords</a:t>
            </a:r>
            <a:r>
              <a:rPr kumimoji="0" lang="vi-VN" altLang="vi-VN" sz="13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5"/>
              </a:rPr>
              <a:t> – Tự động điền mật khẩu</a:t>
            </a:r>
            <a:endParaRPr kumimoji="0" lang="vi-VN" altLang="vi-VN"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914400" algn="l"/>
                <a:tab pos="5667375" algn="r"/>
              </a:tabLst>
            </a:pPr>
            <a:r>
              <a:rPr kumimoji="0" lang="vi-VN" altLang="vi-VN" sz="13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6"/>
              </a:rPr>
              <a:t>Vault</a:t>
            </a:r>
            <a:r>
              <a:rPr kumimoji="0" lang="vi-VN" altLang="vi-VN" sz="13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6"/>
              </a:rPr>
              <a:t> </a:t>
            </a:r>
            <a:r>
              <a:rPr kumimoji="0" lang="vi-VN" altLang="vi-VN" sz="13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6"/>
              </a:rPr>
              <a:t>Timeout</a:t>
            </a:r>
            <a:r>
              <a:rPr kumimoji="0" lang="vi-VN" altLang="vi-VN" sz="13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6"/>
              </a:rPr>
              <a:t> </a:t>
            </a:r>
            <a:r>
              <a:rPr kumimoji="0" lang="vi-VN" altLang="vi-VN" sz="13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6"/>
              </a:rPr>
              <a:t>Control</a:t>
            </a:r>
            <a:r>
              <a:rPr kumimoji="0" lang="vi-VN" altLang="vi-VN" sz="13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6"/>
              </a:rPr>
              <a:t> – Tùy chỉnh thời gian tự khóa kho mật khẩu</a:t>
            </a:r>
            <a:endParaRPr kumimoji="0" lang="vi-VN" altLang="vi-VN" sz="13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7"/>
            </a:endParaRPr>
          </a:p>
          <a:p>
            <a:pPr marL="0" marR="0" lvl="0" indent="0" algn="l" defTabSz="914400" rtl="0" eaLnBrk="0" fontAlgn="base" latinLnBrk="0" hangingPunct="0">
              <a:lnSpc>
                <a:spcPct val="100000"/>
              </a:lnSpc>
              <a:spcBef>
                <a:spcPct val="0"/>
              </a:spcBef>
              <a:spcAft>
                <a:spcPct val="0"/>
              </a:spcAft>
              <a:buClrTx/>
              <a:buSzTx/>
              <a:buFontTx/>
              <a:buNone/>
              <a:tabLst>
                <a:tab pos="914400" algn="l"/>
                <a:tab pos="5667375" algn="r"/>
              </a:tabLst>
            </a:pPr>
            <a:r>
              <a:rPr kumimoji="0" lang="vi-VN" altLang="vi-VN" sz="13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7"/>
              </a:rPr>
              <a:t>Sync</a:t>
            </a:r>
            <a:r>
              <a:rPr kumimoji="0" lang="vi-VN" altLang="vi-VN" sz="13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7"/>
              </a:rPr>
              <a:t> </a:t>
            </a:r>
            <a:r>
              <a:rPr kumimoji="0" lang="vi-VN" altLang="vi-VN" sz="13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7"/>
              </a:rPr>
              <a:t>Across</a:t>
            </a:r>
            <a:r>
              <a:rPr kumimoji="0" lang="vi-VN" altLang="vi-VN" sz="13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7"/>
              </a:rPr>
              <a:t> </a:t>
            </a:r>
            <a:r>
              <a:rPr kumimoji="0" lang="vi-VN" altLang="vi-VN" sz="13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7"/>
              </a:rPr>
              <a:t>Devices</a:t>
            </a:r>
            <a:r>
              <a:rPr kumimoji="0" lang="vi-VN" altLang="vi-VN" sz="13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7"/>
              </a:rPr>
              <a:t> – Đồng bộ hóa giữa các thiết bị</a:t>
            </a:r>
            <a:r>
              <a:rPr kumimoji="0" lang="vi-VN" altLang="vi-VN" sz="600" b="0" i="0" u="none" strike="noStrike" cap="none" normalizeH="0" baseline="0" dirty="0">
                <a:ln>
                  <a:noFill/>
                </a:ln>
                <a:solidFill>
                  <a:schemeClr val="tx1"/>
                </a:solidFill>
                <a:effectLst/>
              </a:rPr>
              <a:t> </a:t>
            </a:r>
            <a:endParaRPr kumimoji="0" lang="vi-VN" altLang="vi-VN" sz="1800" b="0" i="0" u="none" strike="noStrike" cap="none" normalizeH="0" baseline="0" dirty="0">
              <a:ln>
                <a:noFill/>
              </a:ln>
              <a:solidFill>
                <a:schemeClr val="tx1"/>
              </a:solidFill>
              <a:effectLst/>
              <a:latin typeface="Arial" panose="020B0604020202020204" pitchFamily="34" charset="0"/>
            </a:endParaRPr>
          </a:p>
        </p:txBody>
      </p:sp>
      <p:sp>
        <p:nvSpPr>
          <p:cNvPr id="8" name="Hộp Văn bản 7">
            <a:extLst>
              <a:ext uri="{FF2B5EF4-FFF2-40B4-BE49-F238E27FC236}">
                <a16:creationId xmlns:a16="http://schemas.microsoft.com/office/drawing/2014/main" id="{896D1888-7B94-6969-C0EE-99E85A17D620}"/>
              </a:ext>
            </a:extLst>
          </p:cNvPr>
          <p:cNvSpPr txBox="1"/>
          <p:nvPr/>
        </p:nvSpPr>
        <p:spPr>
          <a:xfrm>
            <a:off x="3362444" y="62320"/>
            <a:ext cx="2332299" cy="307777"/>
          </a:xfrm>
          <a:prstGeom prst="rect">
            <a:avLst/>
          </a:prstGeom>
          <a:noFill/>
        </p:spPr>
        <p:txBody>
          <a:bodyPr wrap="square" rtlCol="0">
            <a:spAutoFit/>
          </a:bodyPr>
          <a:lstStyle/>
          <a:p>
            <a:r>
              <a:rPr lang="vi-VN">
                <a:solidFill>
                  <a:schemeClr val="bg1"/>
                </a:solidFill>
              </a:rPr>
              <a:t>Hướng dẫn các tính năng</a:t>
            </a:r>
            <a:endParaRPr lang="vi-VN" dirty="0">
              <a:solidFill>
                <a:schemeClr val="bg1"/>
              </a:solidFill>
            </a:endParaRPr>
          </a:p>
        </p:txBody>
      </p:sp>
      <p:sp>
        <p:nvSpPr>
          <p:cNvPr id="9" name="Hộp Văn bản 8">
            <a:extLst>
              <a:ext uri="{FF2B5EF4-FFF2-40B4-BE49-F238E27FC236}">
                <a16:creationId xmlns:a16="http://schemas.microsoft.com/office/drawing/2014/main" id="{BA6D49A6-98C6-DAF9-3155-16D1AF4B27A0}"/>
              </a:ext>
            </a:extLst>
          </p:cNvPr>
          <p:cNvSpPr txBox="1"/>
          <p:nvPr/>
        </p:nvSpPr>
        <p:spPr>
          <a:xfrm>
            <a:off x="491584" y="3165631"/>
            <a:ext cx="1768397" cy="307777"/>
          </a:xfrm>
          <a:prstGeom prst="rect">
            <a:avLst/>
          </a:prstGeom>
          <a:noFill/>
        </p:spPr>
        <p:txBody>
          <a:bodyPr wrap="square" rtlCol="0">
            <a:spAutoFit/>
          </a:bodyPr>
          <a:lstStyle/>
          <a:p>
            <a:r>
              <a:rPr lang="vi-VN" dirty="0"/>
              <a:t>Tính năng nâng cao</a:t>
            </a:r>
          </a:p>
        </p:txBody>
      </p:sp>
      <p:sp>
        <p:nvSpPr>
          <p:cNvPr id="10" name="Rectangle 2">
            <a:extLst>
              <a:ext uri="{FF2B5EF4-FFF2-40B4-BE49-F238E27FC236}">
                <a16:creationId xmlns:a16="http://schemas.microsoft.com/office/drawing/2014/main" id="{C0FD5807-74CA-A57B-3BAF-1872413CFB21}"/>
              </a:ext>
            </a:extLst>
          </p:cNvPr>
          <p:cNvSpPr>
            <a:spLocks noChangeArrowheads="1"/>
          </p:cNvSpPr>
          <p:nvPr/>
        </p:nvSpPr>
        <p:spPr bwMode="auto">
          <a:xfrm>
            <a:off x="2193785" y="3165631"/>
            <a:ext cx="4756430" cy="69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914400" algn="l"/>
                <a:tab pos="5667375" algn="r"/>
              </a:tabLst>
              <a:defRPr>
                <a:solidFill>
                  <a:schemeClr val="tx1"/>
                </a:solidFill>
                <a:latin typeface="Arial" panose="020B0604020202020204" pitchFamily="34" charset="0"/>
              </a:defRPr>
            </a:lvl1pPr>
            <a:lvl2pPr marL="457200" eaLnBrk="0" fontAlgn="base" hangingPunct="0">
              <a:spcBef>
                <a:spcPct val="0"/>
              </a:spcBef>
              <a:spcAft>
                <a:spcPct val="0"/>
              </a:spcAft>
              <a:tabLst>
                <a:tab pos="914400" algn="l"/>
                <a:tab pos="5667375" algn="r"/>
              </a:tabLst>
              <a:defRPr>
                <a:solidFill>
                  <a:schemeClr val="tx1"/>
                </a:solidFill>
                <a:latin typeface="Arial" panose="020B0604020202020204" pitchFamily="34" charset="0"/>
              </a:defRPr>
            </a:lvl2pPr>
            <a:lvl3pPr marL="914400" eaLnBrk="0" fontAlgn="base" hangingPunct="0">
              <a:spcBef>
                <a:spcPct val="0"/>
              </a:spcBef>
              <a:spcAft>
                <a:spcPct val="0"/>
              </a:spcAft>
              <a:tabLst>
                <a:tab pos="914400" algn="l"/>
                <a:tab pos="5667375" algn="r"/>
              </a:tabLst>
              <a:defRPr>
                <a:solidFill>
                  <a:schemeClr val="tx1"/>
                </a:solidFill>
                <a:latin typeface="Arial" panose="020B0604020202020204" pitchFamily="34" charset="0"/>
              </a:defRPr>
            </a:lvl3pPr>
            <a:lvl4pPr marL="1371600" eaLnBrk="0" fontAlgn="base" hangingPunct="0">
              <a:spcBef>
                <a:spcPct val="0"/>
              </a:spcBef>
              <a:spcAft>
                <a:spcPct val="0"/>
              </a:spcAft>
              <a:tabLst>
                <a:tab pos="914400" algn="l"/>
                <a:tab pos="5667375" algn="r"/>
              </a:tabLst>
              <a:defRPr>
                <a:solidFill>
                  <a:schemeClr val="tx1"/>
                </a:solidFill>
                <a:latin typeface="Arial" panose="020B0604020202020204" pitchFamily="34" charset="0"/>
              </a:defRPr>
            </a:lvl4pPr>
            <a:lvl5pPr marL="1828800" eaLnBrk="0" fontAlgn="base" hangingPunct="0">
              <a:spcBef>
                <a:spcPct val="0"/>
              </a:spcBef>
              <a:spcAft>
                <a:spcPct val="0"/>
              </a:spcAft>
              <a:tabLst>
                <a:tab pos="914400" algn="l"/>
                <a:tab pos="5667375" algn="r"/>
              </a:tabLst>
              <a:defRPr>
                <a:solidFill>
                  <a:schemeClr val="tx1"/>
                </a:solidFill>
                <a:latin typeface="Arial" panose="020B0604020202020204" pitchFamily="34" charset="0"/>
              </a:defRPr>
            </a:lvl5pPr>
            <a:lvl6pPr marL="2286000" eaLnBrk="0" fontAlgn="base" hangingPunct="0">
              <a:spcBef>
                <a:spcPct val="0"/>
              </a:spcBef>
              <a:spcAft>
                <a:spcPct val="0"/>
              </a:spcAft>
              <a:tabLst>
                <a:tab pos="914400" algn="l"/>
                <a:tab pos="5667375" algn="r"/>
              </a:tabLst>
              <a:defRPr>
                <a:solidFill>
                  <a:schemeClr val="tx1"/>
                </a:solidFill>
                <a:latin typeface="Arial" panose="020B0604020202020204" pitchFamily="34" charset="0"/>
              </a:defRPr>
            </a:lvl6pPr>
            <a:lvl7pPr marL="2743200" eaLnBrk="0" fontAlgn="base" hangingPunct="0">
              <a:spcBef>
                <a:spcPct val="0"/>
              </a:spcBef>
              <a:spcAft>
                <a:spcPct val="0"/>
              </a:spcAft>
              <a:tabLst>
                <a:tab pos="914400" algn="l"/>
                <a:tab pos="5667375" algn="r"/>
              </a:tabLst>
              <a:defRPr>
                <a:solidFill>
                  <a:schemeClr val="tx1"/>
                </a:solidFill>
                <a:latin typeface="Arial" panose="020B0604020202020204" pitchFamily="34" charset="0"/>
              </a:defRPr>
            </a:lvl7pPr>
            <a:lvl8pPr marL="3200400" eaLnBrk="0" fontAlgn="base" hangingPunct="0">
              <a:spcBef>
                <a:spcPct val="0"/>
              </a:spcBef>
              <a:spcAft>
                <a:spcPct val="0"/>
              </a:spcAft>
              <a:tabLst>
                <a:tab pos="914400" algn="l"/>
                <a:tab pos="5667375" algn="r"/>
              </a:tabLst>
              <a:defRPr>
                <a:solidFill>
                  <a:schemeClr val="tx1"/>
                </a:solidFill>
                <a:latin typeface="Arial" panose="020B0604020202020204" pitchFamily="34" charset="0"/>
              </a:defRPr>
            </a:lvl8pPr>
            <a:lvl9pPr marL="3657600" eaLnBrk="0" fontAlgn="base" hangingPunct="0">
              <a:spcBef>
                <a:spcPct val="0"/>
              </a:spcBef>
              <a:spcAft>
                <a:spcPct val="0"/>
              </a:spcAft>
              <a:tabLst>
                <a:tab pos="914400" algn="l"/>
                <a:tab pos="5667375" algn="r"/>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914400" algn="l"/>
                <a:tab pos="5667375" algn="r"/>
              </a:tabLst>
            </a:pPr>
            <a:r>
              <a:rPr kumimoji="0" lang="vi-VN" altLang="vi-VN" sz="13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8"/>
              </a:rPr>
              <a:t>Two-Step</a:t>
            </a:r>
            <a:r>
              <a:rPr kumimoji="0" lang="vi-VN" altLang="vi-VN" sz="13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8"/>
              </a:rPr>
              <a:t> </a:t>
            </a:r>
            <a:r>
              <a:rPr kumimoji="0" lang="vi-VN" altLang="vi-VN" sz="13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8"/>
              </a:rPr>
              <a:t>Login</a:t>
            </a:r>
            <a:r>
              <a:rPr kumimoji="0" lang="vi-VN" altLang="vi-VN" sz="13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8"/>
              </a:rPr>
              <a:t> (2FA) – Đăng nhập hai bước, bảo vệ tài khoản</a:t>
            </a:r>
            <a:endParaRPr kumimoji="0" lang="vi-VN" altLang="vi-VN"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914400" algn="l"/>
                <a:tab pos="5667375" algn="r"/>
              </a:tabLst>
            </a:pPr>
            <a:r>
              <a:rPr kumimoji="0" lang="vi-VN" altLang="vi-VN" sz="13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9"/>
              </a:rPr>
              <a:t>Organization</a:t>
            </a:r>
            <a:r>
              <a:rPr kumimoji="0" lang="vi-VN" altLang="vi-VN" sz="13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9"/>
              </a:rPr>
              <a:t> </a:t>
            </a:r>
            <a:r>
              <a:rPr kumimoji="0" lang="vi-VN" altLang="vi-VN" sz="13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9"/>
              </a:rPr>
              <a:t>Vault</a:t>
            </a:r>
            <a:r>
              <a:rPr kumimoji="0" lang="vi-VN" altLang="vi-VN" sz="13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9"/>
              </a:rPr>
              <a:t> – Kho mật khẩu dùng chung trong nhóm/tổ chức</a:t>
            </a:r>
            <a:endParaRPr kumimoji="0" lang="vi-VN" altLang="vi-VN" sz="13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10"/>
            </a:endParaRPr>
          </a:p>
          <a:p>
            <a:pPr marL="0" marR="0" lvl="0" indent="0" algn="l" defTabSz="914400" rtl="0" eaLnBrk="0" fontAlgn="base" latinLnBrk="0" hangingPunct="0">
              <a:lnSpc>
                <a:spcPct val="100000"/>
              </a:lnSpc>
              <a:spcBef>
                <a:spcPct val="0"/>
              </a:spcBef>
              <a:spcAft>
                <a:spcPct val="0"/>
              </a:spcAft>
              <a:buClrTx/>
              <a:buSzTx/>
              <a:buFontTx/>
              <a:buNone/>
              <a:tabLst>
                <a:tab pos="914400" algn="l"/>
                <a:tab pos="5667375" algn="r"/>
              </a:tabLst>
            </a:pPr>
            <a:r>
              <a:rPr kumimoji="0" lang="vi-VN" altLang="vi-VN" sz="13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10"/>
              </a:rPr>
              <a:t>Bitwarden</a:t>
            </a:r>
            <a:r>
              <a:rPr kumimoji="0" lang="vi-VN" altLang="vi-VN" sz="13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10"/>
              </a:rPr>
              <a:t> CLI (</a:t>
            </a:r>
            <a:r>
              <a:rPr kumimoji="0" lang="vi-VN" altLang="vi-VN" sz="13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10"/>
              </a:rPr>
              <a:t>Command</a:t>
            </a:r>
            <a:r>
              <a:rPr kumimoji="0" lang="vi-VN" altLang="vi-VN" sz="13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10"/>
              </a:rPr>
              <a:t> </a:t>
            </a:r>
            <a:r>
              <a:rPr kumimoji="0" lang="vi-VN" altLang="vi-VN" sz="13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10"/>
              </a:rPr>
              <a:t>Line</a:t>
            </a:r>
            <a:r>
              <a:rPr kumimoji="0" lang="vi-VN" altLang="vi-VN" sz="13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10"/>
              </a:rPr>
              <a:t> </a:t>
            </a:r>
            <a:r>
              <a:rPr kumimoji="0" lang="vi-VN" altLang="vi-VN" sz="1300" b="0" i="0" u="none" strike="noStrike" cap="none" normalizeH="0" baseline="0" dirty="0" err="1">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10"/>
              </a:rPr>
              <a:t>Interface</a:t>
            </a:r>
            <a:r>
              <a:rPr kumimoji="0" lang="vi-VN" altLang="vi-VN" sz="1300" b="0"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hlinkClick r:id="rId10"/>
              </a:rPr>
              <a:t>)</a:t>
            </a:r>
            <a:r>
              <a:rPr kumimoji="0" lang="vi-VN" altLang="vi-VN" sz="600" b="0" i="0" u="none" strike="noStrike" cap="none" normalizeH="0" baseline="0" dirty="0">
                <a:ln>
                  <a:noFill/>
                </a:ln>
                <a:solidFill>
                  <a:schemeClr val="tx1"/>
                </a:solidFill>
                <a:effectLst/>
              </a:rPr>
              <a:t> </a:t>
            </a:r>
            <a:endParaRPr kumimoji="0" lang="vi-VN" altLang="vi-V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52">
          <a:extLst>
            <a:ext uri="{FF2B5EF4-FFF2-40B4-BE49-F238E27FC236}">
              <a16:creationId xmlns:a16="http://schemas.microsoft.com/office/drawing/2014/main" id="{61118993-31B7-E485-068A-D11B6EB7EB5F}"/>
            </a:ext>
          </a:extLst>
        </p:cNvPr>
        <p:cNvGrpSpPr/>
        <p:nvPr/>
      </p:nvGrpSpPr>
      <p:grpSpPr>
        <a:xfrm>
          <a:off x="0" y="0"/>
          <a:ext cx="0" cy="0"/>
          <a:chOff x="0" y="0"/>
          <a:chExt cx="0" cy="0"/>
        </a:xfrm>
      </p:grpSpPr>
      <p:sp>
        <p:nvSpPr>
          <p:cNvPr id="6" name="Hộp Văn bản 5">
            <a:extLst>
              <a:ext uri="{FF2B5EF4-FFF2-40B4-BE49-F238E27FC236}">
                <a16:creationId xmlns:a16="http://schemas.microsoft.com/office/drawing/2014/main" id="{3B17E441-33A3-A1C9-FA6C-D9EE92430286}"/>
              </a:ext>
            </a:extLst>
          </p:cNvPr>
          <p:cNvSpPr txBox="1"/>
          <p:nvPr/>
        </p:nvSpPr>
        <p:spPr>
          <a:xfrm>
            <a:off x="3432810" y="99060"/>
            <a:ext cx="2278380" cy="307777"/>
          </a:xfrm>
          <a:prstGeom prst="rect">
            <a:avLst/>
          </a:prstGeom>
          <a:noFill/>
        </p:spPr>
        <p:txBody>
          <a:bodyPr wrap="square" rtlCol="0">
            <a:spAutoFit/>
          </a:bodyPr>
          <a:lstStyle/>
          <a:p>
            <a:r>
              <a:rPr lang="vi-VN" dirty="0" err="1">
                <a:solidFill>
                  <a:schemeClr val="bg1"/>
                </a:solidFill>
              </a:rPr>
              <a:t>Video</a:t>
            </a:r>
            <a:r>
              <a:rPr lang="vi-VN" dirty="0">
                <a:solidFill>
                  <a:schemeClr val="bg1"/>
                </a:solidFill>
              </a:rPr>
              <a:t> hướng dẫn chi tiết</a:t>
            </a:r>
          </a:p>
        </p:txBody>
      </p:sp>
      <p:pic>
        <p:nvPicPr>
          <p:cNvPr id="2" name="Phương tiện Trực tuyến 1" title="Hướng dẫn sử dụng Bitwarden cơ bản và nâng cao- nhóm 5 nền tảng công nghệ số">
            <a:hlinkClick r:id="" action="ppaction://media"/>
            <a:extLst>
              <a:ext uri="{FF2B5EF4-FFF2-40B4-BE49-F238E27FC236}">
                <a16:creationId xmlns:a16="http://schemas.microsoft.com/office/drawing/2014/main" id="{A8F8C36C-1B2E-21F0-36BD-18E9694D2ECA}"/>
              </a:ext>
            </a:extLst>
          </p:cNvPr>
          <p:cNvPicPr>
            <a:picLocks noRot="1" noChangeAspect="1"/>
          </p:cNvPicPr>
          <p:nvPr>
            <a:videoFile r:link="rId1"/>
          </p:nvPr>
        </p:nvPicPr>
        <p:blipFill>
          <a:blip r:embed="rId4"/>
          <a:stretch>
            <a:fillRect/>
          </a:stretch>
        </p:blipFill>
        <p:spPr>
          <a:xfrm>
            <a:off x="1508085" y="547627"/>
            <a:ext cx="6127830" cy="4595873"/>
          </a:xfrm>
          <a:prstGeom prst="rect">
            <a:avLst/>
          </a:prstGeom>
        </p:spPr>
      </p:pic>
    </p:spTree>
    <p:extLst>
      <p:ext uri="{BB962C8B-B14F-4D97-AF65-F5344CB8AC3E}">
        <p14:creationId xmlns:p14="http://schemas.microsoft.com/office/powerpoint/2010/main" val="1163056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33F2F814-C7E9-35D7-8091-0ADBD468CB2A}"/>
            </a:ext>
          </a:extLst>
        </p:cNvPr>
        <p:cNvGrpSpPr/>
        <p:nvPr/>
      </p:nvGrpSpPr>
      <p:grpSpPr>
        <a:xfrm>
          <a:off x="0" y="0"/>
          <a:ext cx="0" cy="0"/>
          <a:chOff x="0" y="0"/>
          <a:chExt cx="0" cy="0"/>
        </a:xfrm>
      </p:grpSpPr>
      <p:sp>
        <p:nvSpPr>
          <p:cNvPr id="379" name="Google Shape;379;p34">
            <a:extLst>
              <a:ext uri="{FF2B5EF4-FFF2-40B4-BE49-F238E27FC236}">
                <a16:creationId xmlns:a16="http://schemas.microsoft.com/office/drawing/2014/main" id="{712813C2-0C7B-6CAE-A4AA-3F3962DC8F83}"/>
              </a:ext>
            </a:extLst>
          </p:cNvPr>
          <p:cNvSpPr txBox="1">
            <a:spLocks noGrp="1"/>
          </p:cNvSpPr>
          <p:nvPr>
            <p:ph type="title"/>
          </p:nvPr>
        </p:nvSpPr>
        <p:spPr>
          <a:xfrm>
            <a:off x="1421040" y="577980"/>
            <a:ext cx="249564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t>Tính bảo mật</a:t>
            </a:r>
            <a:endParaRPr dirty="0"/>
          </a:p>
        </p:txBody>
      </p:sp>
      <p:sp>
        <p:nvSpPr>
          <p:cNvPr id="380" name="Google Shape;380;p34">
            <a:extLst>
              <a:ext uri="{FF2B5EF4-FFF2-40B4-BE49-F238E27FC236}">
                <a16:creationId xmlns:a16="http://schemas.microsoft.com/office/drawing/2014/main" id="{7015174B-8EA0-7602-183E-5B38D4E5F958}"/>
              </a:ext>
            </a:extLst>
          </p:cNvPr>
          <p:cNvSpPr txBox="1">
            <a:spLocks noGrp="1"/>
          </p:cNvSpPr>
          <p:nvPr>
            <p:ph type="body" idx="1"/>
          </p:nvPr>
        </p:nvSpPr>
        <p:spPr>
          <a:xfrm>
            <a:off x="207600" y="1390110"/>
            <a:ext cx="4922520" cy="2485200"/>
          </a:xfrm>
          <a:prstGeom prst="rect">
            <a:avLst/>
          </a:prstGeom>
        </p:spPr>
        <p:txBody>
          <a:bodyPr spcFirstLastPara="1" wrap="square" lIns="91425" tIns="91425" rIns="91425" bIns="91425" anchor="t" anchorCtr="0">
            <a:noAutofit/>
          </a:bodyPr>
          <a:lstStyle/>
          <a:p>
            <a:pPr marL="0" lvl="0" indent="0">
              <a:buNone/>
            </a:pPr>
            <a:r>
              <a:rPr lang="vi-VN" dirty="0" err="1"/>
              <a:t>Bitwarden</a:t>
            </a:r>
            <a:r>
              <a:rPr lang="vi-VN" dirty="0"/>
              <a:t> đảm bảo an toàn tối đa bằng cách sử dụng nguyên tắc </a:t>
            </a:r>
            <a:r>
              <a:rPr lang="vi-VN" b="1" dirty="0" err="1"/>
              <a:t>Zero-Knowledge</a:t>
            </a:r>
            <a:r>
              <a:rPr lang="vi-VN" dirty="0"/>
              <a:t>, nơi dữ liệu của bạn được </a:t>
            </a:r>
            <a:r>
              <a:rPr lang="vi-VN" b="1" dirty="0"/>
              <a:t>mã hóa cục bộ</a:t>
            </a:r>
            <a:r>
              <a:rPr lang="vi-VN" dirty="0"/>
              <a:t> bằng </a:t>
            </a:r>
            <a:r>
              <a:rPr lang="vi-VN" b="1" dirty="0"/>
              <a:t>AES-256 </a:t>
            </a:r>
            <a:r>
              <a:rPr lang="vi-VN" b="1" dirty="0" err="1"/>
              <a:t>bit</a:t>
            </a:r>
            <a:r>
              <a:rPr lang="vi-VN" dirty="0"/>
              <a:t> trước khi rời khỏi thiết bị. Mật khẩu chính (</a:t>
            </a:r>
            <a:r>
              <a:rPr lang="vi-VN" b="1" dirty="0" err="1"/>
              <a:t>Master</a:t>
            </a:r>
            <a:r>
              <a:rPr lang="vi-VN" b="1" dirty="0"/>
              <a:t> </a:t>
            </a:r>
            <a:r>
              <a:rPr lang="vi-VN" b="1" dirty="0" err="1"/>
              <a:t>Password</a:t>
            </a:r>
            <a:r>
              <a:rPr lang="vi-VN" dirty="0"/>
              <a:t>) của bạn là chìa khóa duy nhất và không bao giờ được gửi đến máy chủ của họ. Hệ thống sử dụng các thuật toán mạnh như </a:t>
            </a:r>
            <a:r>
              <a:rPr lang="vi-VN" b="1" dirty="0"/>
              <a:t>PBKDF2</a:t>
            </a:r>
            <a:r>
              <a:rPr lang="vi-VN" dirty="0"/>
              <a:t> hoặc </a:t>
            </a:r>
            <a:r>
              <a:rPr lang="vi-VN" b="1" dirty="0"/>
              <a:t>Argon2</a:t>
            </a:r>
            <a:r>
              <a:rPr lang="vi-VN" dirty="0"/>
              <a:t> để bảo vệ khóa mã hóa. Là phần mềm </a:t>
            </a:r>
            <a:r>
              <a:rPr lang="vi-VN" b="1" dirty="0"/>
              <a:t>mã nguồn mở (</a:t>
            </a:r>
            <a:r>
              <a:rPr lang="vi-VN" b="1" dirty="0" err="1"/>
              <a:t>Open</a:t>
            </a:r>
            <a:r>
              <a:rPr lang="vi-VN" b="1" dirty="0"/>
              <a:t> </a:t>
            </a:r>
            <a:r>
              <a:rPr lang="vi-VN" b="1" dirty="0" err="1"/>
              <a:t>Source</a:t>
            </a:r>
            <a:r>
              <a:rPr lang="vi-VN" b="1" dirty="0"/>
              <a:t>)</a:t>
            </a:r>
            <a:r>
              <a:rPr lang="vi-VN" dirty="0"/>
              <a:t>, nó mang lại tính minh bạch cao và thường xuyên được các bên thứ ba độc lập </a:t>
            </a:r>
            <a:r>
              <a:rPr lang="vi-VN" b="1" dirty="0"/>
              <a:t>kiểm toán bảo mật</a:t>
            </a:r>
            <a:r>
              <a:rPr lang="vi-VN" dirty="0"/>
              <a:t>, củng cố niềm tin vào khả năng bảo vệ thông tin nhạy cảm của người dùng.</a:t>
            </a:r>
            <a:endParaRPr dirty="0">
              <a:solidFill>
                <a:schemeClr val="dk1"/>
              </a:solidFill>
            </a:endParaRPr>
          </a:p>
        </p:txBody>
      </p:sp>
      <p:pic>
        <p:nvPicPr>
          <p:cNvPr id="4" name="Picture 3" descr="A screenshot of a computer&#10;&#10;AI-generated content may be incorrect.">
            <a:extLst>
              <a:ext uri="{FF2B5EF4-FFF2-40B4-BE49-F238E27FC236}">
                <a16:creationId xmlns:a16="http://schemas.microsoft.com/office/drawing/2014/main" id="{495DC3CD-BE73-8DFE-2EB0-893FA2380D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23382" y="495300"/>
            <a:ext cx="2872918" cy="3832860"/>
          </a:xfrm>
          <a:prstGeom prst="rect">
            <a:avLst/>
          </a:prstGeom>
        </p:spPr>
      </p:pic>
    </p:spTree>
    <p:extLst>
      <p:ext uri="{BB962C8B-B14F-4D97-AF65-F5344CB8AC3E}">
        <p14:creationId xmlns:p14="http://schemas.microsoft.com/office/powerpoint/2010/main" val="3483523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37"/>
          <p:cNvSpPr txBox="1">
            <a:spLocks noGrp="1"/>
          </p:cNvSpPr>
          <p:nvPr>
            <p:ph type="subTitle" idx="2"/>
          </p:nvPr>
        </p:nvSpPr>
        <p:spPr>
          <a:xfrm>
            <a:off x="408879" y="1780194"/>
            <a:ext cx="3873190" cy="27761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O Miễn phí, không giới hạn tính năng và lượt sử dụng</a:t>
            </a:r>
          </a:p>
          <a:p>
            <a:pPr marL="0" lvl="0" indent="0" algn="l" rtl="0">
              <a:spcBef>
                <a:spcPts val="0"/>
              </a:spcBef>
              <a:spcAft>
                <a:spcPts val="0"/>
              </a:spcAft>
              <a:buNone/>
            </a:pPr>
            <a:r>
              <a:rPr lang="vi-VN" dirty="0"/>
              <a:t>O Là một phần mềm nguồn mở, được nhiều bên thứ ba kiểm duyệt  (Cure53, </a:t>
            </a:r>
            <a:r>
              <a:rPr lang="vi-VN" dirty="0" err="1"/>
              <a:t>Insight</a:t>
            </a:r>
            <a:r>
              <a:rPr lang="vi-VN" dirty="0"/>
              <a:t> </a:t>
            </a:r>
            <a:r>
              <a:rPr lang="vi-VN" dirty="0" err="1"/>
              <a:t>Risk</a:t>
            </a:r>
            <a:r>
              <a:rPr lang="vi-VN" dirty="0"/>
              <a:t> </a:t>
            </a:r>
            <a:r>
              <a:rPr lang="vi-VN" dirty="0" err="1"/>
              <a:t>Consulting</a:t>
            </a:r>
            <a:r>
              <a:rPr lang="vi-VN" dirty="0"/>
              <a:t>,…), đảm bảo sự minh bạch</a:t>
            </a:r>
          </a:p>
          <a:p>
            <a:pPr marL="0" lvl="0" indent="0" algn="l" rtl="0">
              <a:spcBef>
                <a:spcPts val="0"/>
              </a:spcBef>
              <a:spcAft>
                <a:spcPts val="0"/>
              </a:spcAft>
              <a:buNone/>
            </a:pPr>
            <a:r>
              <a:rPr lang="vi-VN" dirty="0"/>
              <a:t>O Đặt người dùng lên trên hết, không tích hợp những tính năng thu thập dữ liệu cá nhân</a:t>
            </a:r>
          </a:p>
          <a:p>
            <a:pPr marL="0" lvl="0" indent="0" algn="l" rtl="0">
              <a:spcBef>
                <a:spcPts val="0"/>
              </a:spcBef>
              <a:spcAft>
                <a:spcPts val="0"/>
              </a:spcAft>
              <a:buNone/>
            </a:pPr>
            <a:r>
              <a:rPr lang="vi-VN" dirty="0"/>
              <a:t>O Cho phép tổ chức dữ liệu trên máy chủ riêng, tối đa hóa quyền kiểm soát</a:t>
            </a:r>
          </a:p>
          <a:p>
            <a:pPr marL="0" lvl="0" indent="0" algn="l" rtl="0">
              <a:spcBef>
                <a:spcPts val="0"/>
              </a:spcBef>
              <a:spcAft>
                <a:spcPts val="0"/>
              </a:spcAft>
              <a:buNone/>
            </a:pPr>
            <a:r>
              <a:rPr lang="vi-VN" dirty="0"/>
              <a:t>O Thân thiện với người dùng mới</a:t>
            </a:r>
          </a:p>
        </p:txBody>
      </p:sp>
      <p:sp>
        <p:nvSpPr>
          <p:cNvPr id="407" name="Google Shape;407;p37"/>
          <p:cNvSpPr txBox="1">
            <a:spLocks noGrp="1"/>
          </p:cNvSpPr>
          <p:nvPr>
            <p:ph type="subTitle" idx="3"/>
          </p:nvPr>
        </p:nvSpPr>
        <p:spPr>
          <a:xfrm>
            <a:off x="5013252" y="1756175"/>
            <a:ext cx="2967000" cy="102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O Chưa hoàn chỉnh, còn một số lỗi nhỏ có thể gây ảnh hưởng đến bảo mật</a:t>
            </a:r>
          </a:p>
          <a:p>
            <a:pPr marL="0" lvl="0" indent="0" algn="l" rtl="0">
              <a:spcBef>
                <a:spcPts val="0"/>
              </a:spcBef>
              <a:spcAft>
                <a:spcPts val="0"/>
              </a:spcAft>
              <a:buNone/>
            </a:pPr>
            <a:r>
              <a:rPr lang="vi-VN" dirty="0"/>
              <a:t>O Phần lớn người dùng phụ thuộc vào </a:t>
            </a:r>
            <a:r>
              <a:rPr lang="vi-VN" dirty="0" err="1"/>
              <a:t>server</a:t>
            </a:r>
            <a:r>
              <a:rPr lang="vi-VN" dirty="0"/>
              <a:t> </a:t>
            </a:r>
            <a:r>
              <a:rPr lang="vi-VN" dirty="0" err="1"/>
              <a:t>cloud</a:t>
            </a:r>
            <a:r>
              <a:rPr lang="vi-VN" dirty="0"/>
              <a:t> của </a:t>
            </a:r>
            <a:r>
              <a:rPr lang="vi-VN" dirty="0" err="1"/>
              <a:t>Bitwarden</a:t>
            </a:r>
            <a:r>
              <a:rPr lang="vi-VN" dirty="0"/>
              <a:t>, tiềm ẩn nguy cơ bị lộ thông tin cá nhân nếu </a:t>
            </a:r>
            <a:r>
              <a:rPr lang="vi-VN" dirty="0" err="1"/>
              <a:t>cloud</a:t>
            </a:r>
            <a:r>
              <a:rPr lang="vi-VN" dirty="0"/>
              <a:t> của </a:t>
            </a:r>
            <a:r>
              <a:rPr lang="vi-VN" dirty="0" err="1"/>
              <a:t>Bitwarden</a:t>
            </a:r>
            <a:r>
              <a:rPr lang="vi-VN" dirty="0"/>
              <a:t> bị tấn công</a:t>
            </a:r>
          </a:p>
        </p:txBody>
      </p:sp>
      <p:sp>
        <p:nvSpPr>
          <p:cNvPr id="409" name="Google Shape;409;p37"/>
          <p:cNvSpPr txBox="1">
            <a:spLocks noGrp="1"/>
          </p:cNvSpPr>
          <p:nvPr>
            <p:ph type="subTitle" idx="5"/>
          </p:nvPr>
        </p:nvSpPr>
        <p:spPr>
          <a:xfrm>
            <a:off x="5013252" y="3431206"/>
            <a:ext cx="2967000" cy="102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Tự lưu mật khẩu trên Server của chính mình qua </a:t>
            </a:r>
            <a:r>
              <a:rPr lang="vi-VN" dirty="0" err="1"/>
              <a:t>self-hosting</a:t>
            </a:r>
            <a:endParaRPr dirty="0"/>
          </a:p>
        </p:txBody>
      </p:sp>
      <p:sp>
        <p:nvSpPr>
          <p:cNvPr id="410" name="Google Shape;410;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Ư</a:t>
            </a:r>
            <a:r>
              <a:rPr lang="en" dirty="0"/>
              <a:t>u, nhược điểm của bitwarden</a:t>
            </a:r>
            <a:endParaRPr dirty="0"/>
          </a:p>
        </p:txBody>
      </p:sp>
      <p:sp>
        <p:nvSpPr>
          <p:cNvPr id="411" name="Google Shape;411;p37"/>
          <p:cNvSpPr txBox="1">
            <a:spLocks noGrp="1"/>
          </p:cNvSpPr>
          <p:nvPr>
            <p:ph type="subTitle" idx="1"/>
          </p:nvPr>
        </p:nvSpPr>
        <p:spPr>
          <a:xfrm>
            <a:off x="408879" y="1209312"/>
            <a:ext cx="2967000" cy="525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Ưu điểm</a:t>
            </a:r>
            <a:endParaRPr dirty="0"/>
          </a:p>
        </p:txBody>
      </p:sp>
      <p:sp>
        <p:nvSpPr>
          <p:cNvPr id="413" name="Google Shape;413;p37"/>
          <p:cNvSpPr txBox="1">
            <a:spLocks noGrp="1"/>
          </p:cNvSpPr>
          <p:nvPr>
            <p:ph type="subTitle" idx="7"/>
          </p:nvPr>
        </p:nvSpPr>
        <p:spPr>
          <a:xfrm>
            <a:off x="4788134" y="1268674"/>
            <a:ext cx="2967000" cy="525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t>Nhược điểm</a:t>
            </a:r>
            <a:endParaRPr dirty="0"/>
          </a:p>
        </p:txBody>
      </p:sp>
      <p:sp>
        <p:nvSpPr>
          <p:cNvPr id="414" name="Google Shape;414;p37"/>
          <p:cNvSpPr txBox="1">
            <a:spLocks noGrp="1"/>
          </p:cNvSpPr>
          <p:nvPr>
            <p:ph type="subTitle" idx="8"/>
          </p:nvPr>
        </p:nvSpPr>
        <p:spPr>
          <a:xfrm>
            <a:off x="4788134" y="2905306"/>
            <a:ext cx="2967000" cy="525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Cách khắc phục</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7" name="Google Shape;387;p35"/>
          <p:cNvSpPr txBox="1">
            <a:spLocks noGrp="1"/>
          </p:cNvSpPr>
          <p:nvPr>
            <p:ph type="title"/>
          </p:nvPr>
        </p:nvSpPr>
        <p:spPr>
          <a:xfrm>
            <a:off x="3402240" y="307865"/>
            <a:ext cx="264042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Trong thực tế</a:t>
            </a:r>
            <a:endParaRPr dirty="0"/>
          </a:p>
        </p:txBody>
      </p:sp>
      <p:sp>
        <p:nvSpPr>
          <p:cNvPr id="7" name="Tiêu đề phụ 6">
            <a:extLst>
              <a:ext uri="{FF2B5EF4-FFF2-40B4-BE49-F238E27FC236}">
                <a16:creationId xmlns:a16="http://schemas.microsoft.com/office/drawing/2014/main" id="{575C1C8B-FE64-9B78-5B4D-C740FDC36536}"/>
              </a:ext>
            </a:extLst>
          </p:cNvPr>
          <p:cNvSpPr>
            <a:spLocks noGrp="1"/>
          </p:cNvSpPr>
          <p:nvPr>
            <p:ph type="subTitle" idx="1"/>
          </p:nvPr>
        </p:nvSpPr>
        <p:spPr>
          <a:xfrm>
            <a:off x="4855701" y="1126410"/>
            <a:ext cx="3516351" cy="1506300"/>
          </a:xfrm>
        </p:spPr>
        <p:txBody>
          <a:bodyPr/>
          <a:lstStyle/>
          <a:p>
            <a:r>
              <a:rPr lang="vi-VN" dirty="0"/>
              <a:t> 	</a:t>
            </a:r>
            <a:r>
              <a:rPr lang="vi-VN" dirty="0" err="1"/>
              <a:t>Bitwarden</a:t>
            </a:r>
            <a:r>
              <a:rPr lang="vi-VN" dirty="0"/>
              <a:t> hoạt động dựa trên mô hình </a:t>
            </a:r>
            <a:r>
              <a:rPr lang="vi-VN" dirty="0" err="1"/>
              <a:t>Zero-Knowledge</a:t>
            </a:r>
            <a:r>
              <a:rPr lang="vi-VN" dirty="0"/>
              <a:t> </a:t>
            </a:r>
            <a:r>
              <a:rPr lang="vi-VN" dirty="0" err="1"/>
              <a:t>Encryption</a:t>
            </a:r>
            <a:r>
              <a:rPr lang="vi-VN" dirty="0"/>
              <a:t>, vì thế không hề lưu mật khẩu dự phòng cho két của người dùng. Không những thế, việc </a:t>
            </a:r>
            <a:r>
              <a:rPr lang="vi-VN" dirty="0" err="1"/>
              <a:t>Bitwarden</a:t>
            </a:r>
            <a:r>
              <a:rPr lang="vi-VN" dirty="0"/>
              <a:t> là phần mềm nguồn mở tạo lợi thế lớn trong công cuộc phát hiện, báo cáo và sửa chữa những rủi ro bảo mật đang có hoặc sẽ có</a:t>
            </a:r>
          </a:p>
        </p:txBody>
      </p:sp>
      <p:sp>
        <p:nvSpPr>
          <p:cNvPr id="13" name="Tiêu đề phụ 6">
            <a:extLst>
              <a:ext uri="{FF2B5EF4-FFF2-40B4-BE49-F238E27FC236}">
                <a16:creationId xmlns:a16="http://schemas.microsoft.com/office/drawing/2014/main" id="{EC325C8E-5597-5E01-38D5-5006E0032677}"/>
              </a:ext>
            </a:extLst>
          </p:cNvPr>
          <p:cNvSpPr txBox="1">
            <a:spLocks/>
          </p:cNvSpPr>
          <p:nvPr/>
        </p:nvSpPr>
        <p:spPr>
          <a:xfrm>
            <a:off x="4855701" y="2632710"/>
            <a:ext cx="3516351" cy="1506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1pPr>
            <a:lvl2pPr marL="914400" marR="0" lvl="1"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2pPr>
            <a:lvl3pPr marL="1371600" marR="0" lvl="2"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3pPr>
            <a:lvl4pPr marL="1828800" marR="0" lvl="3"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4pPr>
            <a:lvl5pPr marL="2286000" marR="0" lvl="4"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5pPr>
            <a:lvl6pPr marL="2743200" marR="0" lvl="5"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6pPr>
            <a:lvl7pPr marL="3200400" marR="0" lvl="6"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7pPr>
            <a:lvl8pPr marL="3657600" marR="0" lvl="7"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8pPr>
            <a:lvl9pPr marL="4114800" marR="0" lvl="8"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9pPr>
          </a:lstStyle>
          <a:p>
            <a:r>
              <a:rPr lang="vi-VN" dirty="0"/>
              <a:t> 	So </a:t>
            </a:r>
            <a:r>
              <a:rPr lang="en-US" dirty="0" err="1"/>
              <a:t>với</a:t>
            </a:r>
            <a:r>
              <a:rPr lang="en-US" dirty="0"/>
              <a:t> </a:t>
            </a:r>
            <a:r>
              <a:rPr lang="en-US" dirty="0" err="1"/>
              <a:t>các</a:t>
            </a:r>
            <a:r>
              <a:rPr lang="en-US" dirty="0"/>
              <a:t> password manager </a:t>
            </a:r>
            <a:r>
              <a:rPr lang="en-US" dirty="0" err="1"/>
              <a:t>khác</a:t>
            </a:r>
            <a:r>
              <a:rPr lang="en-US" dirty="0"/>
              <a:t> </a:t>
            </a:r>
            <a:r>
              <a:rPr lang="en-US" dirty="0" err="1"/>
              <a:t>trên</a:t>
            </a:r>
            <a:r>
              <a:rPr lang="en-US" dirty="0"/>
              <a:t> </a:t>
            </a:r>
            <a:r>
              <a:rPr lang="en-US" dirty="0" err="1"/>
              <a:t>thị</a:t>
            </a:r>
            <a:r>
              <a:rPr lang="en-US" dirty="0"/>
              <a:t> </a:t>
            </a:r>
            <a:r>
              <a:rPr lang="en-US" dirty="0" err="1"/>
              <a:t>trường</a:t>
            </a:r>
            <a:r>
              <a:rPr lang="en-US" dirty="0"/>
              <a:t>, </a:t>
            </a:r>
            <a:r>
              <a:rPr lang="en-US" dirty="0" err="1"/>
              <a:t>bitwarden</a:t>
            </a:r>
            <a:r>
              <a:rPr lang="en-US" dirty="0"/>
              <a:t> </a:t>
            </a:r>
            <a:r>
              <a:rPr lang="en-US" dirty="0" err="1"/>
              <a:t>chưa</a:t>
            </a:r>
            <a:r>
              <a:rPr lang="en-US" dirty="0"/>
              <a:t> </a:t>
            </a:r>
            <a:r>
              <a:rPr lang="en-US" dirty="0" err="1"/>
              <a:t>gặp</a:t>
            </a:r>
            <a:r>
              <a:rPr lang="en-US" dirty="0"/>
              <a:t> </a:t>
            </a:r>
            <a:r>
              <a:rPr lang="en-US" dirty="0" err="1"/>
              <a:t>phải</a:t>
            </a:r>
            <a:r>
              <a:rPr lang="en-US" dirty="0"/>
              <a:t> </a:t>
            </a:r>
            <a:r>
              <a:rPr lang="en-US" dirty="0" err="1"/>
              <a:t>các</a:t>
            </a:r>
            <a:r>
              <a:rPr lang="en-US" dirty="0"/>
              <a:t> </a:t>
            </a:r>
            <a:r>
              <a:rPr lang="en-US" dirty="0" err="1"/>
              <a:t>cuộc</a:t>
            </a:r>
            <a:r>
              <a:rPr lang="en-US" dirty="0"/>
              <a:t> </a:t>
            </a:r>
            <a:r>
              <a:rPr lang="en-US" dirty="0" err="1"/>
              <a:t>tấn</a:t>
            </a:r>
            <a:r>
              <a:rPr lang="en-US" dirty="0"/>
              <a:t> </a:t>
            </a:r>
            <a:r>
              <a:rPr lang="en-US" dirty="0" err="1"/>
              <a:t>công</a:t>
            </a:r>
            <a:r>
              <a:rPr lang="en-US" dirty="0"/>
              <a:t> hay </a:t>
            </a:r>
            <a:r>
              <a:rPr lang="en-US" dirty="0" err="1"/>
              <a:t>rò</a:t>
            </a:r>
            <a:r>
              <a:rPr lang="en-US" dirty="0"/>
              <a:t> </a:t>
            </a:r>
            <a:r>
              <a:rPr lang="en-US" dirty="0" err="1"/>
              <a:t>rỉ</a:t>
            </a:r>
            <a:r>
              <a:rPr lang="en-US" dirty="0"/>
              <a:t> </a:t>
            </a:r>
            <a:r>
              <a:rPr lang="en-US" dirty="0" err="1"/>
              <a:t>dữ</a:t>
            </a:r>
            <a:r>
              <a:rPr lang="en-US" dirty="0"/>
              <a:t> </a:t>
            </a:r>
            <a:r>
              <a:rPr lang="en-US" dirty="0" err="1"/>
              <a:t>liệu</a:t>
            </a:r>
            <a:r>
              <a:rPr lang="en-US" dirty="0"/>
              <a:t> </a:t>
            </a:r>
            <a:r>
              <a:rPr lang="en-US" dirty="0" err="1"/>
              <a:t>nghiêm</a:t>
            </a:r>
            <a:r>
              <a:rPr lang="en-US" dirty="0"/>
              <a:t> </a:t>
            </a:r>
            <a:r>
              <a:rPr lang="en-US" dirty="0" err="1"/>
              <a:t>trọng</a:t>
            </a:r>
            <a:r>
              <a:rPr lang="en-US" dirty="0"/>
              <a:t> </a:t>
            </a:r>
            <a:r>
              <a:rPr lang="en-US" dirty="0" err="1"/>
              <a:t>nào</a:t>
            </a:r>
            <a:r>
              <a:rPr lang="en-US" dirty="0"/>
              <a:t> </a:t>
            </a:r>
            <a:r>
              <a:rPr lang="en-US" dirty="0" err="1"/>
              <a:t>từ</a:t>
            </a:r>
            <a:r>
              <a:rPr lang="en-US" dirty="0"/>
              <a:t> </a:t>
            </a:r>
            <a:r>
              <a:rPr lang="en-US" dirty="0" err="1"/>
              <a:t>khi</a:t>
            </a:r>
            <a:r>
              <a:rPr lang="en-US" dirty="0"/>
              <a:t> </a:t>
            </a:r>
            <a:r>
              <a:rPr lang="en-US" dirty="0" err="1"/>
              <a:t>bắt</a:t>
            </a:r>
            <a:r>
              <a:rPr lang="en-US" dirty="0"/>
              <a:t> </a:t>
            </a:r>
            <a:r>
              <a:rPr lang="en-US" dirty="0" err="1"/>
              <a:t>đầu</a:t>
            </a:r>
            <a:r>
              <a:rPr lang="en-US" dirty="0"/>
              <a:t> </a:t>
            </a:r>
            <a:r>
              <a:rPr lang="en-US" dirty="0" err="1"/>
              <a:t>hoạt</a:t>
            </a:r>
            <a:r>
              <a:rPr lang="en-US" dirty="0"/>
              <a:t> </a:t>
            </a:r>
            <a:r>
              <a:rPr lang="en-US" dirty="0" err="1"/>
              <a:t>động</a:t>
            </a:r>
            <a:r>
              <a:rPr lang="en-US" dirty="0"/>
              <a:t> </a:t>
            </a:r>
            <a:r>
              <a:rPr lang="en-US" dirty="0" err="1"/>
              <a:t>và</a:t>
            </a:r>
            <a:r>
              <a:rPr lang="en-US" dirty="0"/>
              <a:t> </a:t>
            </a:r>
            <a:r>
              <a:rPr lang="en-US" dirty="0" err="1"/>
              <a:t>được</a:t>
            </a:r>
            <a:r>
              <a:rPr lang="en-US" dirty="0"/>
              <a:t> tin </a:t>
            </a:r>
            <a:r>
              <a:rPr lang="en-US" dirty="0" err="1"/>
              <a:t>dùng</a:t>
            </a:r>
            <a:r>
              <a:rPr lang="en-US" dirty="0"/>
              <a:t> </a:t>
            </a:r>
            <a:r>
              <a:rPr lang="en-US" dirty="0" err="1"/>
              <a:t>bởi</a:t>
            </a:r>
            <a:r>
              <a:rPr lang="en-US" dirty="0"/>
              <a:t> </a:t>
            </a:r>
            <a:r>
              <a:rPr lang="en-US" dirty="0" err="1"/>
              <a:t>hàng</a:t>
            </a:r>
            <a:r>
              <a:rPr lang="en-US" dirty="0"/>
              <a:t> </a:t>
            </a:r>
            <a:r>
              <a:rPr lang="en-US" dirty="0" err="1"/>
              <a:t>triệu</a:t>
            </a:r>
            <a:r>
              <a:rPr lang="en-US" dirty="0"/>
              <a:t> </a:t>
            </a:r>
            <a:r>
              <a:rPr lang="en-US" dirty="0" err="1"/>
              <a:t>người</a:t>
            </a:r>
            <a:r>
              <a:rPr lang="en-US" dirty="0"/>
              <a:t> </a:t>
            </a:r>
            <a:r>
              <a:rPr lang="en-US" dirty="0" err="1"/>
              <a:t>dùng</a:t>
            </a:r>
            <a:endParaRPr lang="vi-VN" dirty="0"/>
          </a:p>
        </p:txBody>
      </p:sp>
      <p:pic>
        <p:nvPicPr>
          <p:cNvPr id="1026" name="Picture 2" descr="Best Password Manager for Business, Enterprise &amp; Personal | Bitwarden">
            <a:extLst>
              <a:ext uri="{FF2B5EF4-FFF2-40B4-BE49-F238E27FC236}">
                <a16:creationId xmlns:a16="http://schemas.microsoft.com/office/drawing/2014/main" id="{06B85008-74A6-6B7D-485A-8FD846C6F0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948" y="1181178"/>
            <a:ext cx="4286885" cy="24113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33"/>
          <p:cNvSpPr txBox="1">
            <a:spLocks noGrp="1"/>
          </p:cNvSpPr>
          <p:nvPr>
            <p:ph type="title"/>
          </p:nvPr>
        </p:nvSpPr>
        <p:spPr>
          <a:xfrm>
            <a:off x="4662275" y="1500300"/>
            <a:ext cx="3943500" cy="98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vi-VN" dirty="0" err="1"/>
              <a:t>Thanks</a:t>
            </a:r>
            <a:r>
              <a:rPr lang="vi-VN" dirty="0"/>
              <a:t> </a:t>
            </a:r>
            <a:r>
              <a:rPr lang="vi-VN" dirty="0" err="1"/>
              <a:t>for</a:t>
            </a:r>
            <a:r>
              <a:rPr lang="vi-VN" dirty="0"/>
              <a:t> </a:t>
            </a:r>
            <a:r>
              <a:rPr lang="vi-VN" dirty="0" err="1"/>
              <a:t>watching</a:t>
            </a:r>
            <a:endParaRPr dirty="0"/>
          </a:p>
        </p:txBody>
      </p:sp>
      <p:cxnSp>
        <p:nvCxnSpPr>
          <p:cNvPr id="374" name="Google Shape;374;p33"/>
          <p:cNvCxnSpPr/>
          <p:nvPr/>
        </p:nvCxnSpPr>
        <p:spPr>
          <a:xfrm>
            <a:off x="-286075" y="3152400"/>
            <a:ext cx="9896700" cy="0"/>
          </a:xfrm>
          <a:prstGeom prst="straightConnector1">
            <a:avLst/>
          </a:prstGeom>
          <a:noFill/>
          <a:ln w="9525" cap="flat" cmpd="sng">
            <a:solidFill>
              <a:schemeClr val="lt1"/>
            </a:solidFill>
            <a:prstDash val="solid"/>
            <a:round/>
            <a:headEnd type="none" w="med" len="med"/>
            <a:tailEnd type="none" w="med" len="med"/>
          </a:ln>
        </p:spPr>
      </p:cxnSp>
    </p:spTree>
  </p:cSld>
  <p:clrMapOvr>
    <a:masterClrMapping/>
  </p:clrMapOvr>
</p:sld>
</file>

<file path=ppt/theme/theme1.xml><?xml version="1.0" encoding="utf-8"?>
<a:theme xmlns:a="http://schemas.openxmlformats.org/drawingml/2006/main" name="Elegant and Clean Case Report by Slidesgo">
  <a:themeElements>
    <a:clrScheme name="Simple Light">
      <a:dk1>
        <a:srgbClr val="092F53"/>
      </a:dk1>
      <a:lt1>
        <a:srgbClr val="EBEBEB"/>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092F5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A4A2FBC-A8A0-44BB-9D16-B02B0FAC3F3B}">
  <we:reference id="wa200005669" version="2.0.0.0" store="vi-VN" storeType="OMEX"/>
  <we:alternateReferences>
    <we:reference id="wa200005669" version="2.0.0.0" store="wa200005669"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42</TotalTime>
  <Words>692</Words>
  <Application>Microsoft Office PowerPoint</Application>
  <PresentationFormat>Trình chiếu Trên màn hình (16:9)</PresentationFormat>
  <Paragraphs>37</Paragraphs>
  <Slides>10</Slides>
  <Notes>10</Notes>
  <HiddenSlides>0</HiddenSlides>
  <MMClips>1</MMClips>
  <ScaleCrop>false</ScaleCrop>
  <HeadingPairs>
    <vt:vector size="6" baseType="variant">
      <vt:variant>
        <vt:lpstr>Phông được Dùng</vt:lpstr>
      </vt:variant>
      <vt:variant>
        <vt:i4>5</vt:i4>
      </vt:variant>
      <vt:variant>
        <vt:lpstr>Chủ đề</vt:lpstr>
      </vt:variant>
      <vt:variant>
        <vt:i4>1</vt:i4>
      </vt:variant>
      <vt:variant>
        <vt:lpstr>Tiêu đề Bản chiếu</vt:lpstr>
      </vt:variant>
      <vt:variant>
        <vt:i4>10</vt:i4>
      </vt:variant>
    </vt:vector>
  </HeadingPairs>
  <TitlesOfParts>
    <vt:vector size="16" baseType="lpstr">
      <vt:lpstr>Times New Roman</vt:lpstr>
      <vt:lpstr>DM Serif Text</vt:lpstr>
      <vt:lpstr>Arial</vt:lpstr>
      <vt:lpstr>Raleway</vt:lpstr>
      <vt:lpstr>Arimo</vt:lpstr>
      <vt:lpstr>Elegant and Clean Case Report by Slidesgo</vt:lpstr>
      <vt:lpstr>HƯỚNG DẪN NÂNG CAO VÀ PHÂN TÍCH DỊCH VỤ BITWARDEN</vt:lpstr>
      <vt:lpstr>Bản trình bày PowerPoint</vt:lpstr>
      <vt:lpstr>Câu hỏi</vt:lpstr>
      <vt:lpstr>Chủ đề dự án</vt:lpstr>
      <vt:lpstr>Bản trình bày PowerPoint</vt:lpstr>
      <vt:lpstr>Bản trình bày PowerPoint</vt:lpstr>
      <vt:lpstr>Tính bảo mật</vt:lpstr>
      <vt:lpstr>Ưu, nhược điểm của bitwarden</vt:lpstr>
      <vt:lpstr>Trong thực tế</vt:lpstr>
      <vt:lpstr>Thanks for watching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Pham Khiet</cp:lastModifiedBy>
  <cp:revision>3</cp:revision>
  <dcterms:modified xsi:type="dcterms:W3CDTF">2025-11-29T07:45:21Z</dcterms:modified>
</cp:coreProperties>
</file>